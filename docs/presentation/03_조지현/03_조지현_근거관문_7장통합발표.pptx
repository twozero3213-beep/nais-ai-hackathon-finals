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37f03a1206d4be7" /><Relationship Type="http://schemas.openxmlformats.org/officeDocument/2006/relationships/extended-properties" Target="/docProps/app.xml" Id="R24d3aab057ac43b3" /><Relationship Type="http://schemas.openxmlformats.org/officeDocument/2006/relationships/officeDocument" Target="/ppt/presentation.xml" Id="R6a9f71a3a3614cd0" /></Relationships>
</file>

<file path=ppt/presentation.xml><?xml version="1.0" encoding="utf-8"?>
<p:presentation xmlns:p="http://schemas.openxmlformats.org/presentationml/2006/main">
  <p:sldMasterIdLst>
    <p:sldMasterId xmlns:r="http://schemas.openxmlformats.org/officeDocument/2006/relationships" id="2147483648" r:id="R39135eb3d50045b3"/>
  </p:sldMasterIdLst>
  <p:notesMasterIdLst>
    <p:notesMasterId xmlns:r="http://schemas.openxmlformats.org/officeDocument/2006/relationships" r:id="R42a17574675d42bf"/>
  </p:notesMasterIdLst>
  <p:sldIdLst>
    <p:sldId xmlns:r="http://schemas.openxmlformats.org/officeDocument/2006/relationships" id="256" r:id="R54c5524574364f46"/>
    <p:sldId xmlns:r="http://schemas.openxmlformats.org/officeDocument/2006/relationships" id="257" r:id="R078097f876504036"/>
    <p:sldId xmlns:r="http://schemas.openxmlformats.org/officeDocument/2006/relationships" id="258" r:id="Rf0a814536fa64c50"/>
    <p:sldId xmlns:r="http://schemas.openxmlformats.org/officeDocument/2006/relationships" id="259" r:id="Rfdb81d4d79544a15"/>
    <p:sldId xmlns:r="http://schemas.openxmlformats.org/officeDocument/2006/relationships" id="260" r:id="R060ec9b4fc6c4ac2"/>
    <p:sldId xmlns:r="http://schemas.openxmlformats.org/officeDocument/2006/relationships" id="261" r:id="R56830138fe8647e0"/>
    <p:sldId xmlns:r="http://schemas.openxmlformats.org/officeDocument/2006/relationships" id="262" r:id="Rcda7234305ea46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8e5139d8b14785" /><Relationship Type="http://schemas.openxmlformats.org/officeDocument/2006/relationships/slideMaster" Target="/ppt/slideMasters/slideMaster1.xml" Id="R39135eb3d50045b3" /><Relationship Type="http://schemas.openxmlformats.org/officeDocument/2006/relationships/notesMaster" Target="/ppt/notesMasters/notesMaster1.xml" Id="R42a17574675d42bf" /><Relationship Type="http://schemas.openxmlformats.org/officeDocument/2006/relationships/presProps" Target="/ppt/presProps.xml" Id="Rb345f7c0653649b8" /><Relationship Type="http://schemas.openxmlformats.org/officeDocument/2006/relationships/tableStyles" Target="/ppt/tableStyles.xml" Id="Rdefda763c22a44e6" /><Relationship Type="http://schemas.openxmlformats.org/officeDocument/2006/relationships/slide" Target="/ppt/slides/slide1.xml" Id="R54c5524574364f46" /><Relationship Type="http://schemas.openxmlformats.org/officeDocument/2006/relationships/slide" Target="/ppt/slides/slide2.xml" Id="R078097f876504036" /><Relationship Type="http://schemas.openxmlformats.org/officeDocument/2006/relationships/slide" Target="/ppt/slides/slide3.xml" Id="Rf0a814536fa64c50" /><Relationship Type="http://schemas.openxmlformats.org/officeDocument/2006/relationships/slide" Target="/ppt/slides/slide4.xml" Id="Rfdb81d4d79544a15" /><Relationship Type="http://schemas.openxmlformats.org/officeDocument/2006/relationships/slide" Target="/ppt/slides/slide5.xml" Id="R060ec9b4fc6c4ac2" /><Relationship Type="http://schemas.openxmlformats.org/officeDocument/2006/relationships/slide" Target="/ppt/slides/slide6.xml" Id="R56830138fe8647e0" /><Relationship Type="http://schemas.openxmlformats.org/officeDocument/2006/relationships/slide" Target="/ppt/slides/slide7.xml" Id="Rcda7234305ea46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6aa5eb803e44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Evidence Gate Ice Blue">
      <a:dk1>
        <a:srgbClr val="101B25"/>
      </a:dk1>
      <a:lt1>
        <a:srgbClr val="FFFFFF"/>
      </a:lt1>
      <a:dk2>
        <a:srgbClr val="12312E"/>
      </a:dk2>
      <a:lt2>
        <a:srgbClr val="EDF1FF"/>
      </a:lt2>
      <a:accent1>
        <a:srgbClr val="505DF2"/>
      </a:accent1>
      <a:accent2>
        <a:srgbClr val="12312E"/>
      </a:accent2>
      <a:accent3>
        <a:srgbClr val="94A4F8"/>
      </a:accent3>
      <a:accent4>
        <a:srgbClr val="A36527"/>
      </a:accent4>
      <a:accent5>
        <a:srgbClr val="28684E"/>
      </a:accent5>
      <a:accent6>
        <a:srgbClr val="A3B0BC"/>
      </a:accent6>
      <a:hlink>
        <a:srgbClr val="505DF2"/>
      </a:hlink>
      <a:folHlink>
        <a:srgbClr val="7661A8"/>
      </a:folHlink>
    </a:clrScheme>
    <a:fontScheme name="Office">
      <a:majorFont>
        <a:latin typeface="Calibri Light"/>
        <a:ea typeface="Calibri Light"/>
        <a:cs typeface="Calibri Light"/>
      </a:majorFont>
      <a:minorFont>
        <a:latin typeface="Calibri"/>
        <a:ea typeface="Calibri"/>
        <a:cs typeface="Calibri"/>
      </a:minorFont>
    </a:fontScheme>
    <a:fmtScheme name="Evidence Gate Ice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807a774a7a40cd" /><Relationship Type="http://schemas.openxmlformats.org/officeDocument/2006/relationships/notesMaster" Target="/ppt/notesMasters/notesMaster1.xml" Id="R9621852eff6e43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ef951415cf41ed" /><Relationship Type="http://schemas.openxmlformats.org/officeDocument/2006/relationships/notesMaster" Target="/ppt/notesMasters/notesMaster1.xml" Id="Re6b2291cbd014d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c76679f48447e1" /><Relationship Type="http://schemas.openxmlformats.org/officeDocument/2006/relationships/notesMaster" Target="/ppt/notesMasters/notesMaster1.xml" Id="Reb8842dd0e2a48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e608297a67431c" /><Relationship Type="http://schemas.openxmlformats.org/officeDocument/2006/relationships/notesMaster" Target="/ppt/notesMasters/notesMaster1.xml" Id="R32d4186975004c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db0aa7d3f04673" /><Relationship Type="http://schemas.openxmlformats.org/officeDocument/2006/relationships/notesMaster" Target="/ppt/notesMasters/notesMaster1.xml" Id="Rf53c0408038c43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86194ec37648dd" /><Relationship Type="http://schemas.openxmlformats.org/officeDocument/2006/relationships/notesMaster" Target="/ppt/notesMasters/notesMaster1.xml" Id="Rb7c1cc8f4fca4b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cee3bb0e704437" /><Relationship Type="http://schemas.openxmlformats.org/officeDocument/2006/relationships/notesMaster" Target="/ppt/notesMasters/notesMaster1.xml" Id="R628b97ed656242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연구 수치를 다시 확인하는 근거관문</a:t>
            </a:r>
          </a:p>
          <a:p xmlns:a="http://schemas.openxmlformats.org/drawingml/2006/main">
            <a:r>
              <a:t>발표 목표 20초 (미실측)</a:t>
            </a:r>
          </a:p>
          <a:p xmlns:a="http://schemas.openxmlformats.org/drawingml/2006/main">
            <a:r>
              <a:t>근거관문은 연구 보고서의 숫자가 어떤 원문과 자료, 분석 조건에서 나왔는지 연결하는 검증 도우미입니다. 자료가 바뀌면 이전 결과와 승인 재사용을 멈추고, 연구자가 다시 확인할 지점을 보여줍니다.</a:t>
            </a:r>
          </a:p>
          <a:p xmlns:a="http://schemas.openxmlformats.org/drawingml/2006/main">
            <a:r>
              <a:t/>
            </a:r>
          </a:p>
          <a:p xmlns:a="http://schemas.openxmlformats.org/drawingml/2006/main">
            <a:r>
              <a:t>출처</a:t>
            </a:r>
          </a:p>
          <a:p xmlns:a="http://schemas.openxmlformats.org/drawingml/2006/main">
            <a:r>
              <a:t>https://github.com/twozero3213-beep/nais-ai-hackathon-finals/blob/43cfa467a32e1105f04757f13f783aee825feb4c/docs/3_조지현_우선순위구현_최종인계_20261001.md</a:t>
            </a:r>
          </a:p>
          <a:p xmlns:a="http://schemas.openxmlformats.org/drawingml/2006/main">
            <a:r>
              <a:t/>
            </a:r>
          </a:p>
          <a:p xmlns:a="http://schemas.openxmlformats.org/drawingml/2006/main">
            <a:r>
              <a:t>자료 기준 GitHub main 43cfa467a32e1105f04757f13f783aee825feb4c. 정리 시각 2026-10-01 06:35:09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논문과 공개 자료의 수치 대조</a:t>
            </a:r>
          </a:p>
          <a:p xmlns:a="http://schemas.openxmlformats.org/drawingml/2006/main">
            <a:r>
              <a:t>발표 목표 40초 (미실측)</a:t>
            </a:r>
          </a:p>
          <a:p xmlns:a="http://schemas.openxmlformats.org/drawingml/2006/main">
            <a:r>
              <a:t>공개 논문은 갈색지방 양성군 남성이 17명이라고 적었지만 저자의 공개 자료에서 같은 등록 조건으로 세면 16명입니다. 양성 대상 53명과 여성 37명은 일치합니다. 논문 본문 자체에서도 17명과 37명을 더하면 54명이 되어 보고한 대상 53명과 다릅니다. 원인은 확정하지 않았고 논문의 결론이 틀렸다는 뜻도 아닙니다. 저희가 강조하는 것은 숫자에 어떤 자료와 조건, 검토 상태가 연결되는지 남기는 것입니다.</a:t>
            </a:r>
          </a:p>
          <a:p xmlns:a="http://schemas.openxmlformats.org/drawingml/2006/main">
            <a:r>
              <a:t/>
            </a:r>
          </a:p>
          <a:p xmlns:a="http://schemas.openxmlformats.org/drawingml/2006/main">
            <a:r>
              <a:t>출처</a:t>
            </a:r>
          </a:p>
          <a:p xmlns:a="http://schemas.openxmlformats.org/drawingml/2006/main">
            <a:r>
              <a:t>https://journals.plos.org/plosone/article?id=10.1371/journal.pone.0149458</a:t>
            </a:r>
          </a:p>
          <a:p xmlns:a="http://schemas.openxmlformats.org/drawingml/2006/main">
            <a:r>
              <a:t>https://github.com/twozero3213-beep/nais-ai-hackathon-finals/blob/43cfa467a32e1105f04757f13f783aee825feb4c/data/evaluation/public_case_sources/bat/bat.morphology.anonymized.csv</a:t>
            </a:r>
          </a:p>
          <a:p xmlns:a="http://schemas.openxmlformats.org/drawingml/2006/main">
            <a:r>
              <a:t>https://github.com/twozero3213-beep/nais-ai-hackathon-finals/blob/43cfa467a32e1105f04757f13f783aee825feb4c/docs/verification/1_bat_protocol.json</a:t>
            </a:r>
          </a:p>
          <a:p xmlns:a="http://schemas.openxmlformats.org/drawingml/2006/main">
            <a:r>
              <a:t>출판사 Results / Identification of BAT positive patients 직접 대조. 자료 SHA-256 a3771cdaaecb24adedb61df55537c4c0d670456182b8e0f286e56182e3349c28. 양성 선택 53행, 고유 식별자 53, 남성16 여성37. 작성 시 재집계이며 새로운 제품·AI 실행이나 최초 발견 주장이 아님.</a:t>
            </a:r>
          </a:p>
          <a:p xmlns:a="http://schemas.openxmlformats.org/drawingml/2006/main">
            <a:r>
              <a:t>자료 기준 GitHub main 43cfa467a32e1105f04757f13f783aee825feb4c. 정리 시각 2026-10-01 06:35:09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연구 프로세스와 사용자 흐름</a:t>
            </a:r>
          </a:p>
          <a:p xmlns:a="http://schemas.openxmlformats.org/drawingml/2006/main">
            <a:r>
              <a:t>발표 목표 45초 (미실측)</a:t>
            </a:r>
          </a:p>
          <a:p xmlns:a="http://schemas.openxmlformats.org/drawingml/2006/main">
            <a:r>
              <a:t>먼저 연구자가 주장과 원문, 자료를 등록합니다. AI가 조건을 제안하거나 사람이 수동으로 작성할 수 있습니다. 계산 엔진은 허용된 방식으로 수치를 다시 계산합니다. 연구자는 원문과 분석 조건을 직접 확인하고 판단합니다. 마지막으로 결과와 근거를 보고서로 저장하고 다시 엽니다. 근거 부족은 보류하고 자료 변경은 재확인합니다.</a:t>
            </a:r>
          </a:p>
          <a:p xmlns:a="http://schemas.openxmlformats.org/drawingml/2006/main">
            <a:r>
              <a:t/>
            </a:r>
          </a:p>
          <a:p xmlns:a="http://schemas.openxmlformats.org/drawingml/2006/main">
            <a:r>
              <a:t>출처</a:t>
            </a:r>
          </a:p>
          <a:p xmlns:a="http://schemas.openxmlformats.org/drawingml/2006/main">
            <a:r>
              <a:t>https://github.com/twozero3213-beep/nais-ai-hackathon-finals/blob/43cfa467a32e1105f04757f13f783aee825feb4c/docs/0_이영_본선실행안.md</a:t>
            </a:r>
          </a:p>
          <a:p xmlns:a="http://schemas.openxmlformats.org/drawingml/2006/main">
            <a:r>
              <a:t>https://github.com/twozero3213-beep/nais-ai-hackathon-finals/blob/43cfa467a32e1105f04757f13f783aee825feb4c/docs/3_조지현_우선순위구현_최종인계_20261001.md</a:t>
            </a:r>
          </a:p>
          <a:p xmlns:a="http://schemas.openxmlformats.org/drawingml/2006/main">
            <a:r>
              <a:t>안내문 6쪽 서비스 흐름도 요구: 연구 단계, AI 개입, 사용자 판단, 입력부터 출력까지 포함.</a:t>
            </a:r>
          </a:p>
          <a:p xmlns:a="http://schemas.openxmlformats.org/drawingml/2006/main">
            <a:r>
              <a:t>자료 기준 GitHub main 43cfa467a32e1105f04757f13f783aee825feb4c. 정리 시각 2026-10-01 06:35:09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구성과 데이터 활용</a:t>
            </a:r>
          </a:p>
          <a:p xmlns:a="http://schemas.openxmlformats.org/drawingml/2006/main">
            <a:r>
              <a:t>발표 목표 45초 (미실측)</a:t>
            </a:r>
          </a:p>
          <a:p xmlns:a="http://schemas.openxmlformats.org/drawingml/2006/main">
            <a:r>
              <a:t>외부 OpenAI API는 제한된 입력에서 조건 후보를 반환합니다. 로컬 엔진이 형식과 원문 연결, 등록 조건을 대조하고 행 수와 평균을 재계산합니다. 결과가 같아도 최종 사람 승인은 별도입니다. 정상 사례 한 건의 실제 조건 추출 기록이 있으며 사람 승인은 대기입니다. 새 실제 AI 제안과 비평 두 단계의 완주나 일반 AI 대비 성능은 아직 확인하지 않았습니다. 로컬 자료와 파일 보고서, 별도 팀 작업실 저장소를 구분합니다.</a:t>
            </a:r>
          </a:p>
          <a:p xmlns:a="http://schemas.openxmlformats.org/drawingml/2006/main">
            <a:r>
              <a:t/>
            </a:r>
          </a:p>
          <a:p xmlns:a="http://schemas.openxmlformats.org/drawingml/2006/main">
            <a:r>
              <a:t>출처</a:t>
            </a:r>
          </a:p>
          <a:p xmlns:a="http://schemas.openxmlformats.org/drawingml/2006/main">
            <a:r>
              <a:t>https://github.com/twozero3213-beep/nais-ai-hackathon-finals/blob/43cfa467a32e1105f04757f13f783aee825feb4c/docs/0_이영_OpenAI_실행확인.json</a:t>
            </a:r>
          </a:p>
          <a:p xmlns:a="http://schemas.openxmlformats.org/drawingml/2006/main">
            <a:r>
              <a:t>https://github.com/twozero3213-beep/nais-ai-hackathon-finals/blob/43cfa467a32e1105f04757f13f783aee825feb4c/docs/3_조지현_우선순위구현_최종인계_20261001.md</a:t>
            </a:r>
          </a:p>
          <a:p xmlns:a="http://schemas.openxmlformats.org/drawingml/2006/main">
            <a:r>
              <a:t>https://github.com/twozero3213-beep/nais-ai-hackathon-finals/blob/43cfa467a32e1105f04757f13f783aee825feb4c/README.md</a:t>
            </a:r>
          </a:p>
          <a:p xmlns:a="http://schemas.openxmlformats.org/drawingml/2006/main">
            <a:r>
              <a:t>정상 사례는 NORMAL-PENG-ROWS이며 봉인 C01 비교가 아님. 등록 여섯 조건을 모델에도 제공한 경로이므로 사전 조건 없는 신규 논문 추출 성능으로 확대하지 않음. MCP·RAG·멀티모달의 집중 시연 완료 주장 없음.</a:t>
            </a:r>
          </a:p>
          <a:p xmlns:a="http://schemas.openxmlformats.org/drawingml/2006/main">
            <a:r>
              <a:t>자료 기준 GitHub main 43cfa467a32e1105f04757f13f783aee825feb4c. 정리 시각 2026-10-01 06:35:09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구현된 UI와 사용자 시연</a:t>
            </a:r>
          </a:p>
          <a:p xmlns:a="http://schemas.openxmlformats.org/drawingml/2006/main">
            <a:r>
              <a:t>발표 목표 65초 (미실측)</a:t>
            </a:r>
          </a:p>
          <a:p xmlns:a="http://schemas.openxmlformats.org/drawingml/2006/main">
            <a:r>
              <a:t>실제 로컬 브라우저 화면입니다. 메인에서 등록 사례와 후보 작성 방법을 선택합니다. BAT 사례는 53명의 평균 연령을 검산해 보고값 49.32세와 허용오차 내에서 일치했습니다. 이 시연은 수동 작성 경로입니다. 보고서를 내려받아 다시 열고 현재 입력과 연결되는지 확인합니다. 같은 녹화에서 한 행을 제거한 뒤 이전 결과 사용이 멈추는 것도 확인했습니다. 사람 승인 완료나 실제 AI 실행으로 설명하지 않습니다.</a:t>
            </a:r>
          </a:p>
          <a:p xmlns:a="http://schemas.openxmlformats.org/drawingml/2006/main">
            <a:r>
              <a:t/>
            </a:r>
          </a:p>
          <a:p xmlns:a="http://schemas.openxmlformats.org/drawingml/2006/main">
            <a:r>
              <a:t>출처</a:t>
            </a:r>
          </a:p>
          <a:p xmlns:a="http://schemas.openxmlformats.org/drawingml/2006/main">
            <a:r>
              <a:t>https://github.com/twozero3213-beep/nais-ai-hackathon-finals/blob/43cfa467a32e1105f04757f13f783aee825feb4c/docs/3_조지현_우선순위구현_최종인계_20261001.md</a:t>
            </a:r>
          </a:p>
          <a:p xmlns:a="http://schemas.openxmlformats.org/drawingml/2006/main">
            <a:r>
              <a:t>https://github.com/twozero3213-beep/nais-ai-hackathon-finals/blob/43cfa467a32e1105f04757f13f783aee825feb4c/docs/verification/3_local_browser_demo_latest_main_20261001.webm</a:t>
            </a:r>
          </a:p>
          <a:p xmlns:a="http://schemas.openxmlformats.org/drawingml/2006/main">
            <a:r>
              <a:t>출처: 사용자 로컬 3_조지현_최신코드_브라우저시연_20261001.webm, 1364×900, 12초. 본 장의 프레임은 1.5/4.5/7.5초 부근. BAT 대상과 원문 의미는 연구자의 별도 확인 대상.</a:t>
            </a:r>
          </a:p>
          <a:p xmlns:a="http://schemas.openxmlformats.org/drawingml/2006/main">
            <a:r>
              <a:t>자료 기준 GitHub main 43cfa467a32e1105f04757f13f783aee825feb4c. 정리 시각 2026-10-01 06:35:09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8개 봉인 사례의 실제 로컬 결과</a:t>
            </a:r>
          </a:p>
          <a:p xmlns:a="http://schemas.openxmlformats.org/drawingml/2006/main">
            <a:r>
              <a:t>발표 목표 50초 (미실측)</a:t>
            </a:r>
          </a:p>
          <a:p xmlns:a="http://schemas.openxmlformats.org/drawingml/2006/main">
            <a:r>
              <a:t>정상 두 건, 계산 불일치 두 건, 근거 부족 두 건, 자료 변경 두 건을 사전에 등록했습니다. LLM 없는 로컬 경로에서 여덟 판정이 등록 기준과 일치했습니다. 정상 수치는 확인하고 불일치는 설명하며, 근거 부족과 자료 변경은 보류합니다. 일부는 합성 규칙 또는 통제 변형입니다. 이 8분의 8은 일반 정확도가 아니며, 두 AI 조건의 열여섯 비교 관측은 미실행입니다.</a:t>
            </a:r>
          </a:p>
          <a:p xmlns:a="http://schemas.openxmlformats.org/drawingml/2006/main">
            <a:r>
              <a:t/>
            </a:r>
          </a:p>
          <a:p xmlns:a="http://schemas.openxmlformats.org/drawingml/2006/main">
            <a:r>
              <a:t>출처</a:t>
            </a:r>
          </a:p>
          <a:p xmlns:a="http://schemas.openxmlformats.org/drawingml/2006/main">
            <a:r>
              <a:t>https://github.com/twozero3213-beep/nais-ai-hackathon-finals/blob/43cfa467a32e1105f04757f13f783aee825feb4c/finals/results/48673ff615504275b3118c026dda9cc6/presentation-table.md</a:t>
            </a:r>
          </a:p>
          <a:p xmlns:a="http://schemas.openxmlformats.org/drawingml/2006/main">
            <a:r>
              <a:t>https://github.com/twozero3213-beep/nais-ai-hackathon-finals/blob/43cfa467a32e1105f04757f13f783aee825feb4c/docs/0_이영_본선실행안.md</a:t>
            </a:r>
          </a:p>
          <a:p xmlns:a="http://schemas.openxmlformats.org/drawingml/2006/main">
            <a:r>
              <a:t>8건 실행: 2026-09-30 22:11:35~22:11:36 KST. 현 발표 제작 시각을 새로운 실행 시각으로 쓰지 않음.</a:t>
            </a:r>
          </a:p>
          <a:p xmlns:a="http://schemas.openxmlformats.org/drawingml/2006/main">
            <a:r>
              <a:t>자료 기준 GitHub main 43cfa467a32e1105f04757f13f783aee825feb4c. 정리 시각 2026-10-01 06:35:09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후속 확장과 마무리</a:t>
            </a:r>
          </a:p>
          <a:p xmlns:a="http://schemas.openxmlformats.org/drawingml/2006/main">
            <a:r>
              <a:t>발표 목표 35초 (미실측)</a:t>
            </a:r>
          </a:p>
          <a:p xmlns:a="http://schemas.openxmlformats.org/drawingml/2006/main">
            <a:r>
              <a:t>현재 확보한 것은 등록 사례의 근거 검산과 보고서 저장, 변경 차단입니다. 다음으로 동일 조건의 AI 비교를 수행하고, 후속으로 다른 분야와 연구실, 실증허브에서 업무 시간과 오류 비용을 측정하겠습니다. 통계 방법과 기관 데이터 연결은 이 검증을 거쳐 확대합니다. 자료가 바뀌면 결론도 다시 확인해야 합니다.</a:t>
            </a:r>
          </a:p>
          <a:p xmlns:a="http://schemas.openxmlformats.org/drawingml/2006/main">
            <a:r>
              <a:t/>
            </a:r>
          </a:p>
          <a:p xmlns:a="http://schemas.openxmlformats.org/drawingml/2006/main">
            <a:r>
              <a:t>출처</a:t>
            </a:r>
          </a:p>
          <a:p xmlns:a="http://schemas.openxmlformats.org/drawingml/2006/main">
            <a:r>
              <a:t>https://github.com/twozero3213-beep/nais-ai-hackathon-finals/blob/43cfa467a32e1105f04757f13f783aee825feb4c/docs/3_조지현_우선순위구현_최종인계_20261001.md</a:t>
            </a:r>
          </a:p>
          <a:p xmlns:a="http://schemas.openxmlformats.org/drawingml/2006/main">
            <a:r>
              <a:t>https://github.com/twozero3213-beep/nais-ai-hackathon-finals/blob/43cfa467a32e1105f04757f13f783aee825feb4c/docs/0_이영_본선실행안.md</a:t>
            </a:r>
          </a:p>
          <a:p xmlns:a="http://schemas.openxmlformats.org/drawingml/2006/main">
            <a:r>
              <a:t>기관 연계·실증허브 참여 완료를 주장하지 않음. ScienceON/AIHub/MCP 관련 모듈은 집중 시연의 완주 성과와 구분.</a:t>
            </a:r>
          </a:p>
          <a:p xmlns:a="http://schemas.openxmlformats.org/drawingml/2006/main">
            <a:r>
              <a:t>자료 기준 GitHub main 43cfa467a32e1105f04757f13f783aee825feb4c. 정리 시각 2026-10-01 06:35:09 KST. 새 실험·새 모델 호출 없음.</a:t>
            </a:r>
          </a:p>
          <a:p xmlns:a="http://schemas.openxmlformats.org/drawingml/2006/main">
            <a:r>
              <a:t>사용자 첨부 디자인 레퍼런스 2종에서 밝은 배경·블루 강조·원형·넓은 여백을 참조. 사실 자료와 레퍼런스의 가상 숫자는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c095be8ec043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8a9084d9c1496b" /><Relationship Type="http://schemas.openxmlformats.org/officeDocument/2006/relationships/slideLayout" Target="/ppt/slideLayouts/slideLayout1.xml" Id="R7556d5eea0aa42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56d5eea0aa42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Evidence Gate Ice Blue">
      <a:dk1>
        <a:srgbClr val="101B25"/>
      </a:dk1>
      <a:lt1>
        <a:srgbClr val="FFFFFF"/>
      </a:lt1>
      <a:dk2>
        <a:srgbClr val="12312E"/>
      </a:dk2>
      <a:lt2>
        <a:srgbClr val="EDF1FF"/>
      </a:lt2>
      <a:accent1>
        <a:srgbClr val="505DF2"/>
      </a:accent1>
      <a:accent2>
        <a:srgbClr val="12312E"/>
      </a:accent2>
      <a:accent3>
        <a:srgbClr val="94A4F8"/>
      </a:accent3>
      <a:accent4>
        <a:srgbClr val="A36527"/>
      </a:accent4>
      <a:accent5>
        <a:srgbClr val="28684E"/>
      </a:accent5>
      <a:accent6>
        <a:srgbClr val="A3B0BC"/>
      </a:accent6>
      <a:hlink>
        <a:srgbClr val="505DF2"/>
      </a:hlink>
      <a:folHlink>
        <a:srgbClr val="7661A8"/>
      </a:folHlink>
    </a:clrScheme>
    <a:fontScheme name="Office">
      <a:majorFont>
        <a:latin typeface="Calibri Light"/>
        <a:ea typeface="Calibri Light"/>
        <a:cs typeface="Calibri Light"/>
      </a:majorFont>
      <a:minorFont>
        <a:latin typeface="Calibri"/>
        <a:ea typeface="Calibri"/>
        <a:cs typeface="Calibri"/>
      </a:minorFont>
    </a:fontScheme>
    <a:fmtScheme name="Evidence Gate Ice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1e9b28048441cd" /><Relationship Type="http://schemas.openxmlformats.org/officeDocument/2006/relationships/image" Target="/ppt/media/image.png" Id="Rbab1a1c444cb460e" /><Relationship Type="http://schemas.openxmlformats.org/officeDocument/2006/relationships/notesSlide" Target="/ppt/notesSlides/notesSlide1.xml" Id="Rf288d56558ee47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fed672cb014f17" /><Relationship Type="http://schemas.openxmlformats.org/officeDocument/2006/relationships/image" Target="/ppt/media/image2.png" Id="Rfed27dff71564a9a" /><Relationship Type="http://schemas.openxmlformats.org/officeDocument/2006/relationships/chart" Target="/ppt/slides/charts/chart1.xml" Id="Rfe1289972db448ee" /><Relationship Type="http://schemas.openxmlformats.org/officeDocument/2006/relationships/notesSlide" Target="/ppt/notesSlides/notesSlide2.xml" Id="Ra1f2b06270f342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10276a00e64ead" /><Relationship Type="http://schemas.openxmlformats.org/officeDocument/2006/relationships/image" Target="/ppt/media/image3.png" Id="Rcb9d95d048ef4635" /><Relationship Type="http://schemas.openxmlformats.org/officeDocument/2006/relationships/notesSlide" Target="/ppt/notesSlides/notesSlide3.xml" Id="Rff61a536769745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4c373d5d3541a2" /><Relationship Type="http://schemas.openxmlformats.org/officeDocument/2006/relationships/image" Target="/ppt/media/image4.png" Id="Rbb68e2293968442b" /><Relationship Type="http://schemas.openxmlformats.org/officeDocument/2006/relationships/notesSlide" Target="/ppt/notesSlides/notesSlide4.xml" Id="R4692fcdd986c49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fc00e50a3744aa" /><Relationship Type="http://schemas.openxmlformats.org/officeDocument/2006/relationships/image" Target="/ppt/media/image5.png" Id="R1f5329b0802f43af" /><Relationship Type="http://schemas.openxmlformats.org/officeDocument/2006/relationships/image" Target="/ppt/media/image6.png" Id="R9d7027b1fa924ca8" /><Relationship Type="http://schemas.openxmlformats.org/officeDocument/2006/relationships/image" Target="/ppt/media/image7.png" Id="Rc97e24ec9e994fc1" /><Relationship Type="http://schemas.openxmlformats.org/officeDocument/2006/relationships/image" Target="/ppt/media/image8.png" Id="R73ec20a36acd4776" /><Relationship Type="http://schemas.openxmlformats.org/officeDocument/2006/relationships/notesSlide" Target="/ppt/notesSlides/notesSlide5.xml" Id="R1125a53cd5434a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a1c7aff1d04673" /><Relationship Type="http://schemas.openxmlformats.org/officeDocument/2006/relationships/image" Target="/ppt/media/image9.png" Id="R475dd4525e8645fe" /><Relationship Type="http://schemas.openxmlformats.org/officeDocument/2006/relationships/chart" Target="/ppt/slides/charts/chart2.xml" Id="R9c25127f7a6f4fc5" /><Relationship Type="http://schemas.openxmlformats.org/officeDocument/2006/relationships/notesSlide" Target="/ppt/notesSlides/notesSlide6.xml" Id="Rd81ca4858c294c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054ef5e11374003" /><Relationship Type="http://schemas.openxmlformats.org/officeDocument/2006/relationships/image" Target="/ppt/media/image10.png" Id="Ra81eb9292ae34caf" /><Relationship Type="http://schemas.openxmlformats.org/officeDocument/2006/relationships/notesSlide" Target="/ppt/notesSlides/notesSlide7.xml" Id="R39fe672c7d2646d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남성 수</c:v>
          </c:tx>
          <c:spPr>
            <a:solidFill xmlns:a="http://schemas.openxmlformats.org/drawingml/2006/main">
              <a:srgbClr val="505DF2"/>
            </a:solidFill>
          </c:spPr>
          <c:dPt>
            <c:idx val="0"/>
            <c:invertIfNegative val="0"/>
            <c:spPr>
              <a:solidFill xmlns:a="http://schemas.openxmlformats.org/drawingml/2006/main">
                <a:srgbClr val="A3ADB9"/>
              </a:solidFill>
            </c:spPr>
          </c:dPt>
          <c:dPt>
            <c:idx val="1"/>
            <c:invertIfNegative val="0"/>
            <c:spPr>
              <a:solidFill xmlns:a="http://schemas.openxmlformats.org/drawingml/2006/main">
                <a:srgbClr val="505DF2"/>
              </a:solidFill>
            </c:spPr>
          </c:dPt>
          <c:cat>
            <c:strRef>
              <c:f>'Chart Data'!$A$2:$A$3</c:f>
              <c:strCache>
                <c:ptCount val="2"/>
                <c:pt idx="0">
                  <c:v>논문 본문</c:v>
                </c:pt>
                <c:pt idx="1">
                  <c:v>공개 원자료</c:v>
                </c:pt>
              </c:strCache>
            </c:strRef>
          </c:cat>
          <c:val>
            <c:numRef>
              <c:f>'Chart Data'!$B$2:$B$3</c:f>
              <c:numCache>
                <c:formatCode>0</c:formatCode>
                <c:ptCount val="2"/>
                <c:pt idx="0">
                  <c:v>17</c:v>
                </c:pt>
                <c:pt idx="1">
                  <c:v>16</c:v>
                </c:pt>
              </c:numCache>
            </c:numRef>
          </c:val>
        </c:ser>
        <c:dLbls>
          <c:txPr>
            <a:bodyPr xmlns:a="http://schemas.openxmlformats.org/drawingml/2006/main" anchorCtr="1"/>
            <a:lstStyle xmlns:a="http://schemas.openxmlformats.org/drawingml/2006/main"/>
            <a:p xmlns:a="http://schemas.openxmlformats.org/drawingml/2006/main">
              <a:pPr>
                <a:defRPr sz="2625" b="1">
                  <a:solidFill>
                    <a:srgbClr val="505DF2"/>
                  </a:solidFill>
                  <a:latin typeface="Pretendard"/>
                  <a:ea typeface="Pretendard"/>
                  <a:cs typeface="Pretendard"/>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D1DD"/>
            </a:solidFill>
          </a:ln>
        </c:spPr>
        <c:txPr>
          <a:bodyPr xmlns:a="http://schemas.openxmlformats.org/drawingml/2006/main" anchorCtr="1"/>
          <a:lstStyle xmlns:a="http://schemas.openxmlformats.org/drawingml/2006/main"/>
          <a:p xmlns:a="http://schemas.openxmlformats.org/drawingml/2006/main">
            <a:pPr>
              <a:defRPr sz="1875">
                <a:solidFill>
                  <a:srgbClr val="12312E"/>
                </a:solidFill>
                <a:latin typeface="Pretendard"/>
                <a:ea typeface="Pretendard"/>
                <a:cs typeface="Pretendard"/>
              </a:defRPr>
            </a:pPr>
          </a:p>
        </c:txPr>
        <c:crossAx val="48672768"/>
      </c:catAx>
      <c:valAx>
        <c:axId val="48672768"/>
        <c:scaling>
          <c:orientation val="minMax"/>
          <c:max val="20"/>
          <c:min val="0"/>
        </c:scaling>
        <c:delete val="0"/>
        <c:axPos val="l"/>
        <c:majorGridlines>
          <c:spPr>
            <a:ln xmlns:a="http://schemas.openxmlformats.org/drawingml/2006/main" w="9525">
              <a:solidFill>
                <a:srgbClr val="E5E9E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B7482"/>
                </a:solidFill>
                <a:latin typeface="Pretendard"/>
                <a:ea typeface="Pretendard"/>
                <a:cs typeface="Pretendard"/>
              </a:defRPr>
            </a:pPr>
          </a:p>
        </c:txPr>
        <c:crossAx val="48650112"/>
        <c:crossBetween val="between"/>
        <c:majorUnit val="1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사례 수</c:v>
          </c:tx>
          <c:spPr>
            <a:solidFill xmlns:a="http://schemas.openxmlformats.org/drawingml/2006/main">
              <a:srgbClr val="505DF2"/>
            </a:solidFill>
          </c:spPr>
          <c:dPt>
            <c:idx val="0"/>
            <c:invertIfNegative val="0"/>
            <c:spPr>
              <a:solidFill xmlns:a="http://schemas.openxmlformats.org/drawingml/2006/main">
                <a:srgbClr val="505DF2"/>
              </a:solidFill>
            </c:spPr>
          </c:dPt>
          <c:dPt>
            <c:idx val="1"/>
            <c:invertIfNegative val="0"/>
            <c:spPr>
              <a:solidFill xmlns:a="http://schemas.openxmlformats.org/drawingml/2006/main">
                <a:srgbClr val="7986F6"/>
              </a:solidFill>
            </c:spPr>
          </c:dPt>
          <c:dPt>
            <c:idx val="2"/>
            <c:invertIfNegative val="0"/>
            <c:spPr>
              <a:solidFill xmlns:a="http://schemas.openxmlformats.org/drawingml/2006/main">
                <a:srgbClr val="AAB5F9"/>
              </a:solidFill>
            </c:spPr>
          </c:dPt>
          <c:dPt>
            <c:idx val="3"/>
            <c:invertIfNegative val="0"/>
            <c:spPr>
              <a:solidFill xmlns:a="http://schemas.openxmlformats.org/drawingml/2006/main">
                <a:srgbClr val="12312E"/>
              </a:solidFill>
            </c:spPr>
          </c:dPt>
          <c:cat>
            <c:strRef>
              <c:f>'Chart Data'!$A$2:$A$5</c:f>
              <c:strCache>
                <c:ptCount val="4"/>
                <c:pt idx="0">
                  <c:v>수치 일치</c:v>
                </c:pt>
                <c:pt idx="1">
                  <c:v>수치 불일치</c:v>
                </c:pt>
                <c:pt idx="2">
                  <c:v>근거 부족 보류</c:v>
                </c:pt>
                <c:pt idx="3">
                  <c:v>변경 재사용 차단</c:v>
                </c:pt>
              </c:strCache>
            </c:strRef>
          </c:cat>
          <c:val>
            <c:numRef>
              <c:f>'Chart Data'!$B$2:$B$5</c:f>
              <c:numCache>
                <c:formatCode>0</c:formatCode>
                <c:ptCount val="4"/>
                <c:pt idx="0">
                  <c:v>2</c:v>
                </c:pt>
                <c:pt idx="1">
                  <c:v>2</c:v>
                </c:pt>
                <c:pt idx="2">
                  <c:v>2</c:v>
                </c:pt>
                <c:pt idx="3">
                  <c:v>2</c:v>
                </c:pt>
              </c:numCache>
            </c:numRef>
          </c:val>
        </c:ser>
        <c:dLbls>
          <c:txPr>
            <a:bodyPr xmlns:a="http://schemas.openxmlformats.org/drawingml/2006/main" anchorCtr="1"/>
            <a:lstStyle xmlns:a="http://schemas.openxmlformats.org/drawingml/2006/main"/>
            <a:p xmlns:a="http://schemas.openxmlformats.org/drawingml/2006/main">
              <a:pPr>
                <a:defRPr sz="2625" b="1">
                  <a:solidFill>
                    <a:srgbClr val="505DF2"/>
                  </a:solidFill>
                  <a:latin typeface="Pretendard"/>
                  <a:ea typeface="Pretendard"/>
                  <a:cs typeface="Pretendard"/>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D1DD"/>
            </a:solidFill>
          </a:ln>
        </c:spPr>
        <c:txPr>
          <a:bodyPr xmlns:a="http://schemas.openxmlformats.org/drawingml/2006/main" anchorCtr="1"/>
          <a:lstStyle xmlns:a="http://schemas.openxmlformats.org/drawingml/2006/main"/>
          <a:p xmlns:a="http://schemas.openxmlformats.org/drawingml/2006/main">
            <a:pPr>
              <a:defRPr sz="1875">
                <a:solidFill>
                  <a:srgbClr val="12312E"/>
                </a:solidFill>
                <a:latin typeface="Pretendard"/>
                <a:ea typeface="Pretendard"/>
                <a:cs typeface="Pretendard"/>
              </a:defRPr>
            </a:pPr>
          </a:p>
        </c:txPr>
        <c:crossAx val="48672768"/>
      </c:catAx>
      <c:valAx>
        <c:axId val="48672768"/>
        <c:scaling>
          <c:orientation val="minMax"/>
          <c:max val="3"/>
          <c:min val="0"/>
        </c:scaling>
        <c:delete val="0"/>
        <c:axPos val="l"/>
        <c:majorGridlines>
          <c:spPr>
            <a:ln xmlns:a="http://schemas.openxmlformats.org/drawingml/2006/main" w="9525">
              <a:solidFill>
                <a:srgbClr val="E5E9E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B7482"/>
                </a:solidFill>
                <a:latin typeface="Pretendard"/>
                <a:ea typeface="Pretendard"/>
                <a:cs typeface="Pretendard"/>
              </a:defRPr>
            </a:pPr>
          </a:p>
        </c:txPr>
        <c:crossAx val="48650112"/>
        <c:crossBetween val="between"/>
        <c:majorUnit val="1"/>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ab1a1c444cb460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6ED91F-4EF4-4B80-8B54-8D4F1EDCC112}"/>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3" name="">
            <a:extLst xmlns:a="http://schemas.openxmlformats.org/drawingml/2006/main">
              <a:ext uri="{FF2B5EF4-FFF2-40B4-BE49-F238E27FC236}">
                <a16:creationId xmlns:a16="http://schemas.microsoft.com/office/drawing/2014/main" id="{6673AEA4-4050-4CD4-91C9-3111D675DE81}"/>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01</a:t>
            </a:r>
          </a:p>
        </p:txBody>
      </p:sp>
      <p:sp>
        <p:nvSpPr>
          <p:cNvPr id="4" name="">
            <a:extLst xmlns:a="http://schemas.openxmlformats.org/drawingml/2006/main">
              <a:ext uri="{FF2B5EF4-FFF2-40B4-BE49-F238E27FC236}">
                <a16:creationId xmlns:a16="http://schemas.microsoft.com/office/drawing/2014/main" id="{7A72ACFF-AE07-459D-A8AE-273E05A751C7}"/>
              </a:ext>
            </a:extLst>
          </p:cNvPr>
          <p:cNvSpPr>
            <a:spLocks xmlns:a="http://schemas.openxmlformats.org/drawingml/2006/main" noGrp="1"/>
          </p:cNvSpPr>
          <p:nvPr/>
        </p:nvSpPr>
        <p:spPr>
          <a:xfrm xmlns:a="http://schemas.openxmlformats.org/drawingml/2006/main">
            <a:off x="666750" y="1238250"/>
            <a:ext cx="7239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450" b="1">
                <a:solidFill>
                  <a:srgbClr val="12312E"/>
                </a:solidFill>
                <a:latin typeface="Pretendard"/>
                <a:ea typeface="Pretendard"/>
                <a:cs typeface="Pretendard"/>
              </a:defRPr>
            </a:pPr>
            <a:r>
              <a:rPr sz="6450" b="1">
                <a:solidFill>
                  <a:srgbClr val="12312E"/>
                </a:solidFill>
                <a:latin typeface="Pretendard"/>
                <a:ea typeface="Pretendard"/>
                <a:cs typeface="Pretendard"/>
              </a:rPr>
              <a:t>근거관문</a:t>
            </a:r>
          </a:p>
        </p:txBody>
      </p:sp>
      <p:sp>
        <p:nvSpPr>
          <p:cNvPr id="5" name="">
            <a:extLst xmlns:a="http://schemas.openxmlformats.org/drawingml/2006/main">
              <a:ext uri="{FF2B5EF4-FFF2-40B4-BE49-F238E27FC236}">
                <a16:creationId xmlns:a16="http://schemas.microsoft.com/office/drawing/2014/main" id="{82A6923C-C680-4DBE-9AF7-490389C5A775}"/>
              </a:ext>
            </a:extLst>
          </p:cNvPr>
          <p:cNvSpPr>
            <a:spLocks xmlns:a="http://schemas.openxmlformats.org/drawingml/2006/main" noGrp="1"/>
          </p:cNvSpPr>
          <p:nvPr/>
        </p:nvSpPr>
        <p:spPr>
          <a:xfrm xmlns:a="http://schemas.openxmlformats.org/drawingml/2006/main">
            <a:off x="695325" y="2762250"/>
            <a:ext cx="8239125"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825" b="0">
                <a:solidFill>
                  <a:srgbClr val="12312E"/>
                </a:solidFill>
                <a:latin typeface="Pretendard"/>
                <a:ea typeface="Pretendard"/>
                <a:cs typeface="Pretendard"/>
              </a:defRPr>
            </a:pPr>
            <a:r>
              <a:rPr sz="3825" b="0">
                <a:solidFill>
                  <a:srgbClr val="12312E"/>
                </a:solidFill>
                <a:latin typeface="Pretendard"/>
                <a:ea typeface="Pretendard"/>
                <a:cs typeface="Pretendard"/>
              </a:rPr>
              <a:t>자료가 바뀌면,</a:t>
            </a:r>
          </a:p>
          <a:p xmlns:a="http://schemas.openxmlformats.org/drawingml/2006/main">
            <a:pPr algn="l">
              <a:lnSpc>
                <a:spcPct val="108000"/>
              </a:lnSpc>
              <a:buNone/>
              <a:defRPr sz="3825" b="0">
                <a:solidFill>
                  <a:srgbClr val="12312E"/>
                </a:solidFill>
                <a:latin typeface="Pretendard"/>
                <a:ea typeface="Pretendard"/>
                <a:cs typeface="Pretendard"/>
              </a:defRPr>
            </a:pPr>
            <a:r>
              <a:rPr sz="3825" b="0">
                <a:solidFill>
                  <a:srgbClr val="12312E"/>
                </a:solidFill>
                <a:latin typeface="Pretendard"/>
                <a:ea typeface="Pretendard"/>
                <a:cs typeface="Pretendard"/>
              </a:rPr>
              <a:t>결론도 다시 확인해야 합니다</a:t>
            </a:r>
          </a:p>
        </p:txBody>
      </p:sp>
      <p:sp>
        <p:nvSpPr>
          <p:cNvPr id="6" name="">
            <a:extLst xmlns:a="http://schemas.openxmlformats.org/drawingml/2006/main">
              <a:ext uri="{FF2B5EF4-FFF2-40B4-BE49-F238E27FC236}">
                <a16:creationId xmlns:a16="http://schemas.microsoft.com/office/drawing/2014/main" id="{6E2373C5-1228-40BE-8C97-83F7351F8429}"/>
              </a:ext>
            </a:extLst>
          </p:cNvPr>
          <p:cNvSpPr>
            <a:spLocks xmlns:a="http://schemas.openxmlformats.org/drawingml/2006/main" noGrp="1"/>
          </p:cNvSpPr>
          <p:nvPr/>
        </p:nvSpPr>
        <p:spPr>
          <a:xfrm xmlns:a="http://schemas.openxmlformats.org/drawingml/2006/main">
            <a:off x="704850" y="4752975"/>
            <a:ext cx="7953375" cy="0"/>
          </a:xfrm>
          <a:prstGeom xmlns:a="http://schemas.openxmlformats.org/drawingml/2006/main" prst="line">
            <a:avLst/>
          </a:prstGeom>
          <a:noFill xmlns:a="http://schemas.openxmlformats.org/drawingml/2006/main"/>
          <a:ln xmlns:a="http://schemas.openxmlformats.org/drawingml/2006/main" w="9525">
            <a:solidFill>
              <a:srgbClr val="C9D1DD"/>
            </a:solidFill>
            <a:prstDash val="solid"/>
          </a:ln>
        </p:spPr>
      </p:sp>
      <p:sp>
        <p:nvSpPr>
          <p:cNvPr id="7" name="">
            <a:extLst xmlns:a="http://schemas.openxmlformats.org/drawingml/2006/main">
              <a:ext uri="{FF2B5EF4-FFF2-40B4-BE49-F238E27FC236}">
                <a16:creationId xmlns:a16="http://schemas.microsoft.com/office/drawing/2014/main" id="{58442941-8EC8-4333-9F1C-ABAE37FA0F5A}"/>
              </a:ext>
            </a:extLst>
          </p:cNvPr>
          <p:cNvSpPr>
            <a:spLocks xmlns:a="http://schemas.openxmlformats.org/drawingml/2006/main" noGrp="1"/>
          </p:cNvSpPr>
          <p:nvPr/>
        </p:nvSpPr>
        <p:spPr>
          <a:xfrm xmlns:a="http://schemas.openxmlformats.org/drawingml/2006/main">
            <a:off x="704850" y="5019675"/>
            <a:ext cx="885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6B7482"/>
                </a:solidFill>
                <a:latin typeface="Pretendard"/>
                <a:ea typeface="Pretendard"/>
                <a:cs typeface="Pretendard"/>
              </a:defRPr>
            </a:pPr>
            <a:r>
              <a:rPr sz="1875" b="0">
                <a:solidFill>
                  <a:srgbClr val="6B7482"/>
                </a:solidFill>
                <a:latin typeface="Pretendard"/>
                <a:ea typeface="Pretendard"/>
                <a:cs typeface="Pretendard"/>
              </a:rPr>
              <a:t>연구 주장 · 원문 · 분석 조건 · 원자료 · 사람 판단</a:t>
            </a:r>
          </a:p>
        </p:txBody>
      </p:sp>
      <p:sp>
        <p:nvSpPr>
          <p:cNvPr id="8" name="">
            <a:extLst xmlns:a="http://schemas.openxmlformats.org/drawingml/2006/main">
              <a:ext uri="{FF2B5EF4-FFF2-40B4-BE49-F238E27FC236}">
                <a16:creationId xmlns:a16="http://schemas.microsoft.com/office/drawing/2014/main" id="{E8EF2958-6517-43BA-BFD7-44B8B9133295}"/>
              </a:ext>
            </a:extLst>
          </p:cNvPr>
          <p:cNvSpPr>
            <a:spLocks xmlns:a="http://schemas.openxmlformats.org/drawingml/2006/main" noGrp="1"/>
          </p:cNvSpPr>
          <p:nvPr/>
        </p:nvSpPr>
        <p:spPr>
          <a:xfrm xmlns:a="http://schemas.openxmlformats.org/drawingml/2006/main">
            <a:off x="704850" y="5734050"/>
            <a:ext cx="904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6B7482"/>
                </a:solidFill>
                <a:latin typeface="Pretendard"/>
                <a:ea typeface="Pretendard"/>
                <a:cs typeface="Pretendard"/>
              </a:defRPr>
            </a:pPr>
            <a:r>
              <a:rPr sz="1575" b="0">
                <a:solidFill>
                  <a:srgbClr val="6B7482"/>
                </a:solidFill>
                <a:latin typeface="Pretendard"/>
                <a:ea typeface="Pretendard"/>
                <a:cs typeface="Pretendard"/>
              </a:rPr>
              <a:t>2026.10.01  NAIS AI 해커톤 본선</a:t>
            </a:r>
          </a:p>
        </p:txBody>
      </p:sp>
      <p:sp>
        <p:nvSpPr>
          <p:cNvPr id="9" name="">
            <a:extLst xmlns:a="http://schemas.openxmlformats.org/drawingml/2006/main">
              <a:ext uri="{FF2B5EF4-FFF2-40B4-BE49-F238E27FC236}">
                <a16:creationId xmlns:a16="http://schemas.microsoft.com/office/drawing/2014/main" id="{35980E44-CE98-4CE7-955C-FA7AF5378767}"/>
              </a:ext>
            </a:extLst>
          </p:cNvPr>
          <p:cNvSpPr>
            <a:spLocks xmlns:a="http://schemas.openxmlformats.org/drawingml/2006/main" noGrp="1"/>
          </p:cNvSpPr>
          <p:nvPr/>
        </p:nvSpPr>
        <p:spPr>
          <a:xfrm xmlns:a="http://schemas.openxmlformats.org/drawingml/2006/main">
            <a:off x="704850" y="6086475"/>
            <a:ext cx="923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6B7482"/>
                </a:solidFill>
                <a:latin typeface="Pretendard"/>
                <a:ea typeface="Pretendard"/>
                <a:cs typeface="Pretendard"/>
              </a:defRPr>
            </a:pPr>
            <a:r>
              <a:rPr sz="1500" b="0">
                <a:solidFill>
                  <a:srgbClr val="6B7482"/>
                </a:solidFill>
                <a:latin typeface="Pretendard"/>
                <a:ea typeface="Pretendard"/>
                <a:cs typeface="Pretendard"/>
              </a:rPr>
              <a:t>이영  ·  이채우  ·  임도윤  ·  조지현</a:t>
            </a:r>
          </a:p>
        </p:txBody>
      </p:sp>
    </p:spTree>
    <p:extLst>
      <p:ext uri="{BB962C8B-B14F-4D97-AF65-F5344CB8AC3E}">
        <p14:creationId xmlns:p14="http://schemas.microsoft.com/office/powerpoint/2010/main" val="16898492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ed27dff71564a9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26905DD-4749-4399-9A4D-8A125BF1DC4F}"/>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12312E"/>
                </a:solidFill>
                <a:latin typeface="Pretendard"/>
                <a:ea typeface="Pretendard"/>
                <a:cs typeface="Pretendard"/>
              </a:defRPr>
            </a:pPr>
            <a:r>
              <a:rPr sz="3450" b="1">
                <a:solidFill>
                  <a:srgbClr val="12312E"/>
                </a:solidFill>
                <a:latin typeface="Pretendard"/>
                <a:ea typeface="Pretendard"/>
                <a:cs typeface="Pretendard"/>
              </a:rPr>
              <a:t>같은 연구의 남성 수, 논문은 17명 · 원자료는 16명</a:t>
            </a:r>
          </a:p>
        </p:txBody>
      </p:sp>
      <p:sp>
        <p:nvSpPr>
          <p:cNvPr id="3" name="">
            <a:extLst xmlns:a="http://schemas.openxmlformats.org/drawingml/2006/main">
              <a:ext uri="{FF2B5EF4-FFF2-40B4-BE49-F238E27FC236}">
                <a16:creationId xmlns:a16="http://schemas.microsoft.com/office/drawing/2014/main" id="{D19CA4EB-EA1C-479E-9387-2A9209B90595}"/>
              </a:ext>
            </a:extLst>
          </p:cNvPr>
          <p:cNvSpPr>
            <a:spLocks xmlns:a="http://schemas.openxmlformats.org/drawingml/2006/main" noGrp="1"/>
          </p:cNvSpPr>
          <p:nvPr/>
        </p:nvSpPr>
        <p:spPr>
          <a:xfrm xmlns:a="http://schemas.openxmlformats.org/drawingml/2006/main">
            <a:off x="628650" y="1200150"/>
            <a:ext cx="10934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갈색지방 양성 판정 기록만 선택 · 저자 공개 자료 1,060행을 재집계</a:t>
            </a:r>
          </a:p>
        </p:txBody>
      </p:sp>
      <p:sp>
        <p:nvSpPr>
          <p:cNvPr id="4" name="">
            <a:extLst xmlns:a="http://schemas.openxmlformats.org/drawingml/2006/main">
              <a:ext uri="{FF2B5EF4-FFF2-40B4-BE49-F238E27FC236}">
                <a16:creationId xmlns:a16="http://schemas.microsoft.com/office/drawing/2014/main" id="{9ACE2FF5-C2D2-4E04-BAD5-821EE5C7E81A}"/>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5" name="">
            <a:extLst xmlns:a="http://schemas.openxmlformats.org/drawingml/2006/main">
              <a:ext uri="{FF2B5EF4-FFF2-40B4-BE49-F238E27FC236}">
                <a16:creationId xmlns:a16="http://schemas.microsoft.com/office/drawing/2014/main" id="{B7EA3E8F-1843-4268-913E-9BCB520EFBD6}"/>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02</a:t>
            </a:r>
          </a:p>
        </p:txBody>
      </p:sp>
      <p:sp>
        <p:nvSpPr>
          <p:cNvPr id="6" name="">
            <a:extLst xmlns:a="http://schemas.openxmlformats.org/drawingml/2006/main">
              <a:ext uri="{FF2B5EF4-FFF2-40B4-BE49-F238E27FC236}">
                <a16:creationId xmlns:a16="http://schemas.microsoft.com/office/drawing/2014/main" id="{E76B188D-AD1F-4416-AF25-0AFA8945EA11}"/>
              </a:ext>
            </a:extLst>
          </p:cNvPr>
          <p:cNvSpPr>
            <a:spLocks xmlns:a="http://schemas.openxmlformats.org/drawingml/2006/main" noGrp="1"/>
          </p:cNvSpPr>
          <p:nvPr/>
        </p:nvSpPr>
        <p:spPr>
          <a:xfrm xmlns:a="http://schemas.openxmlformats.org/drawingml/2006/main">
            <a:off x="685800" y="2133600"/>
            <a:ext cx="1666875"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7725" b="1">
                <a:solidFill>
                  <a:srgbClr val="6B7482"/>
                </a:solidFill>
                <a:latin typeface="Pretendard"/>
                <a:ea typeface="Pretendard"/>
                <a:cs typeface="Pretendard"/>
              </a:defRPr>
            </a:pPr>
            <a:r>
              <a:rPr sz="7725" b="1">
                <a:solidFill>
                  <a:srgbClr val="6B7482"/>
                </a:solidFill>
                <a:latin typeface="Pretendard"/>
                <a:ea typeface="Pretendard"/>
                <a:cs typeface="Pretendard"/>
              </a:rPr>
              <a:t>17</a:t>
            </a:r>
          </a:p>
        </p:txBody>
      </p:sp>
      <p:sp>
        <p:nvSpPr>
          <p:cNvPr id="7" name="">
            <a:extLst xmlns:a="http://schemas.openxmlformats.org/drawingml/2006/main">
              <a:ext uri="{FF2B5EF4-FFF2-40B4-BE49-F238E27FC236}">
                <a16:creationId xmlns:a16="http://schemas.microsoft.com/office/drawing/2014/main" id="{4AF1B109-4E36-42FD-B820-29AF2A02B4CF}"/>
              </a:ext>
            </a:extLst>
          </p:cNvPr>
          <p:cNvSpPr>
            <a:spLocks xmlns:a="http://schemas.openxmlformats.org/drawingml/2006/main" noGrp="1"/>
          </p:cNvSpPr>
          <p:nvPr/>
        </p:nvSpPr>
        <p:spPr>
          <a:xfrm xmlns:a="http://schemas.openxmlformats.org/drawingml/2006/main">
            <a:off x="2381250" y="2428875"/>
            <a:ext cx="8096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350" b="0">
                <a:solidFill>
                  <a:srgbClr val="6B7482"/>
                </a:solidFill>
                <a:latin typeface="Pretendard"/>
                <a:ea typeface="Pretendard"/>
                <a:cs typeface="Pretendard"/>
              </a:defRPr>
            </a:pPr>
            <a:r>
              <a:rPr sz="4350" b="0">
                <a:solidFill>
                  <a:srgbClr val="6B7482"/>
                </a:solidFill>
                <a:latin typeface="Pretendard"/>
                <a:ea typeface="Pretendard"/>
                <a:cs typeface="Pretendard"/>
              </a:rPr>
              <a:t>→</a:t>
            </a:r>
          </a:p>
        </p:txBody>
      </p:sp>
      <p:sp>
        <p:nvSpPr>
          <p:cNvPr id="8" name="">
            <a:extLst xmlns:a="http://schemas.openxmlformats.org/drawingml/2006/main">
              <a:ext uri="{FF2B5EF4-FFF2-40B4-BE49-F238E27FC236}">
                <a16:creationId xmlns:a16="http://schemas.microsoft.com/office/drawing/2014/main" id="{D0D3A025-B38D-49AC-881B-ECB7E3FCBAB0}"/>
              </a:ext>
            </a:extLst>
          </p:cNvPr>
          <p:cNvSpPr>
            <a:spLocks xmlns:a="http://schemas.openxmlformats.org/drawingml/2006/main" noGrp="1"/>
          </p:cNvSpPr>
          <p:nvPr/>
        </p:nvSpPr>
        <p:spPr>
          <a:xfrm xmlns:a="http://schemas.openxmlformats.org/drawingml/2006/main">
            <a:off x="3352800" y="2133600"/>
            <a:ext cx="1905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7725" b="1">
                <a:solidFill>
                  <a:srgbClr val="505DF2"/>
                </a:solidFill>
                <a:latin typeface="Pretendard"/>
                <a:ea typeface="Pretendard"/>
                <a:cs typeface="Pretendard"/>
              </a:defRPr>
            </a:pPr>
            <a:r>
              <a:rPr sz="7725" b="1">
                <a:solidFill>
                  <a:srgbClr val="505DF2"/>
                </a:solidFill>
                <a:latin typeface="Pretendard"/>
                <a:ea typeface="Pretendard"/>
                <a:cs typeface="Pretendard"/>
              </a:rPr>
              <a:t>16</a:t>
            </a:r>
          </a:p>
        </p:txBody>
      </p:sp>
      <p:sp>
        <p:nvSpPr>
          <p:cNvPr id="9" name="">
            <a:extLst xmlns:a="http://schemas.openxmlformats.org/drawingml/2006/main">
              <a:ext uri="{FF2B5EF4-FFF2-40B4-BE49-F238E27FC236}">
                <a16:creationId xmlns:a16="http://schemas.microsoft.com/office/drawing/2014/main" id="{0C6115DF-90D0-4C3D-B9BE-13B97140C236}"/>
              </a:ext>
            </a:extLst>
          </p:cNvPr>
          <p:cNvSpPr>
            <a:spLocks xmlns:a="http://schemas.openxmlformats.org/drawingml/2006/main" noGrp="1"/>
          </p:cNvSpPr>
          <p:nvPr/>
        </p:nvSpPr>
        <p:spPr>
          <a:xfrm xmlns:a="http://schemas.openxmlformats.org/drawingml/2006/main">
            <a:off x="742950" y="3600450"/>
            <a:ext cx="2143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논문 본문</a:t>
            </a:r>
          </a:p>
        </p:txBody>
      </p:sp>
      <p:sp>
        <p:nvSpPr>
          <p:cNvPr id="10" name="">
            <a:extLst xmlns:a="http://schemas.openxmlformats.org/drawingml/2006/main">
              <a:ext uri="{FF2B5EF4-FFF2-40B4-BE49-F238E27FC236}">
                <a16:creationId xmlns:a16="http://schemas.microsoft.com/office/drawing/2014/main" id="{8DB23E0A-500D-48FE-9EB0-77887E3C65C4}"/>
              </a:ext>
            </a:extLst>
          </p:cNvPr>
          <p:cNvSpPr>
            <a:spLocks xmlns:a="http://schemas.openxmlformats.org/drawingml/2006/main" noGrp="1"/>
          </p:cNvSpPr>
          <p:nvPr/>
        </p:nvSpPr>
        <p:spPr>
          <a:xfrm xmlns:a="http://schemas.openxmlformats.org/drawingml/2006/main">
            <a:off x="3352800" y="3600450"/>
            <a:ext cx="2333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505DF2"/>
                </a:solidFill>
                <a:latin typeface="Pretendard"/>
                <a:ea typeface="Pretendard"/>
                <a:cs typeface="Pretendard"/>
              </a:defRPr>
            </a:pPr>
            <a:r>
              <a:rPr sz="1800" b="1">
                <a:solidFill>
                  <a:srgbClr val="505DF2"/>
                </a:solidFill>
                <a:latin typeface="Pretendard"/>
                <a:ea typeface="Pretendard"/>
                <a:cs typeface="Pretendard"/>
              </a:rPr>
              <a:t>공개 원자료</a:t>
            </a:r>
          </a:p>
        </p:txBody>
      </p:sp>
      <p:sp>
        <p:nvSpPr>
          <p:cNvPr id="11" name="">
            <a:extLst xmlns:a="http://schemas.openxmlformats.org/drawingml/2006/main">
              <a:ext uri="{FF2B5EF4-FFF2-40B4-BE49-F238E27FC236}">
                <a16:creationId xmlns:a16="http://schemas.microsoft.com/office/drawing/2014/main" id="{E54D0BA4-F97D-48E5-B189-4B19D6089BC5}"/>
              </a:ext>
            </a:extLst>
          </p:cNvPr>
          <p:cNvSpPr>
            <a:spLocks xmlns:a="http://schemas.openxmlformats.org/drawingml/2006/main" noGrp="1"/>
          </p:cNvSpPr>
          <p:nvPr/>
        </p:nvSpPr>
        <p:spPr>
          <a:xfrm xmlns:a="http://schemas.openxmlformats.org/drawingml/2006/main">
            <a:off x="742950" y="4257675"/>
            <a:ext cx="5191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2312E"/>
                </a:solidFill>
                <a:latin typeface="Pretendard"/>
                <a:ea typeface="Pretendard"/>
                <a:cs typeface="Pretendard"/>
              </a:defRPr>
            </a:pPr>
            <a:r>
              <a:rPr sz="1800" b="1">
                <a:solidFill>
                  <a:srgbClr val="12312E"/>
                </a:solidFill>
                <a:latin typeface="Pretendard"/>
                <a:ea typeface="Pretendard"/>
                <a:cs typeface="Pretendard"/>
              </a:rPr>
              <a:t>양성 대상 53명 · 여성 37명은 일치</a:t>
            </a:r>
          </a:p>
        </p:txBody>
      </p:sp>
      <p:sp>
        <p:nvSpPr>
          <p:cNvPr id="12" name="">
            <a:extLst xmlns:a="http://schemas.openxmlformats.org/drawingml/2006/main">
              <a:ext uri="{FF2B5EF4-FFF2-40B4-BE49-F238E27FC236}">
                <a16:creationId xmlns:a16="http://schemas.microsoft.com/office/drawing/2014/main" id="{E724E807-E1AB-452C-B7C7-CCDC11CF1ADC}"/>
              </a:ext>
            </a:extLst>
          </p:cNvPr>
          <p:cNvSpPr>
            <a:spLocks xmlns:a="http://schemas.openxmlformats.org/drawingml/2006/main" noGrp="1"/>
          </p:cNvSpPr>
          <p:nvPr/>
        </p:nvSpPr>
        <p:spPr>
          <a:xfrm xmlns:a="http://schemas.openxmlformats.org/drawingml/2006/main">
            <a:off x="742950" y="4905375"/>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6B7482"/>
                </a:solidFill>
                <a:latin typeface="Pretendard"/>
                <a:ea typeface="Pretendard"/>
                <a:cs typeface="Pretendard"/>
              </a:defRPr>
            </a:pPr>
            <a:r>
              <a:rPr sz="1875" b="0">
                <a:solidFill>
                  <a:srgbClr val="6B7482"/>
                </a:solidFill>
                <a:latin typeface="Pretendard"/>
                <a:ea typeface="Pretendard"/>
                <a:cs typeface="Pretendard"/>
              </a:rPr>
              <a:t>본문의 17 + 37 = 54명</a:t>
            </a:r>
          </a:p>
          <a:p xmlns:a="http://schemas.openxmlformats.org/drawingml/2006/main">
            <a:pPr algn="l">
              <a:lnSpc>
                <a:spcPct val="108000"/>
              </a:lnSpc>
              <a:buNone/>
              <a:defRPr sz="1875" b="0">
                <a:solidFill>
                  <a:srgbClr val="6B7482"/>
                </a:solidFill>
                <a:latin typeface="Pretendard"/>
                <a:ea typeface="Pretendard"/>
                <a:cs typeface="Pretendard"/>
              </a:defRPr>
            </a:pPr>
            <a:r>
              <a:rPr sz="1875" b="0">
                <a:solidFill>
                  <a:srgbClr val="6B7482"/>
                </a:solidFill>
                <a:latin typeface="Pretendard"/>
                <a:ea typeface="Pretendard"/>
                <a:cs typeface="Pretendard"/>
              </a:rPr>
              <a:t>보고한 양성 대상은 53명</a:t>
            </a:r>
          </a:p>
        </p:txBody>
      </p:sp>
      <p:graphicFrame>
        <p:nvGraphicFramePr>
          <p:cNvPr id="28" name="Chart"/>
          <p:cNvGraphicFramePr/>
          <p:nvPr/>
        </p:nvGraphicFramePr>
        <p:xfrm>
          <a:off xmlns:a="http://schemas.openxmlformats.org/drawingml/2006/main" x="6467475" y="2095500"/>
          <a:ext xmlns:a="http://schemas.openxmlformats.org/drawingml/2006/main" cx="4981575" cy="3457575"/>
        </p:xfrm>
        <a:graphic xmlns:a="http://schemas.openxmlformats.org/drawingml/2006/main">
          <a:graphicData uri="http://schemas.openxmlformats.org/drawingml/2006/chart">
            <c:chart xmlns:r="http://schemas.openxmlformats.org/officeDocument/2006/relationships" xmlns:c="http://schemas.openxmlformats.org/drawingml/2006/chart" r:id="Rfe1289972db448ee"/>
          </a:graphicData>
        </a:graphic>
      </p:graphicFrame>
      <p:sp>
        <p:nvSpPr>
          <p:cNvPr id="14" name="">
            <a:extLst xmlns:a="http://schemas.openxmlformats.org/drawingml/2006/main">
              <a:ext uri="{FF2B5EF4-FFF2-40B4-BE49-F238E27FC236}">
                <a16:creationId xmlns:a16="http://schemas.microsoft.com/office/drawing/2014/main" id="{EEDC320E-183A-4B53-BCFF-95C2CF9C311F}"/>
              </a:ext>
            </a:extLst>
          </p:cNvPr>
          <p:cNvSpPr>
            <a:spLocks xmlns:a="http://schemas.openxmlformats.org/drawingml/2006/main" noGrp="1"/>
          </p:cNvSpPr>
          <p:nvPr/>
        </p:nvSpPr>
        <p:spPr>
          <a:xfrm xmlns:a="http://schemas.openxmlformats.org/drawingml/2006/main">
            <a:off x="742950" y="5915025"/>
            <a:ext cx="1085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6B7482"/>
                </a:solidFill>
                <a:latin typeface="Pretendard"/>
                <a:ea typeface="Pretendard"/>
                <a:cs typeface="Pretendard"/>
              </a:defRPr>
            </a:pPr>
            <a:r>
              <a:rPr sz="1350" b="0">
                <a:solidFill>
                  <a:srgbClr val="6B7482"/>
                </a:solidFill>
                <a:latin typeface="Pretendard"/>
                <a:ea typeface="Pretendard"/>
                <a:cs typeface="Pretendard"/>
              </a:rPr>
              <a:t>Becker 외 · 2016 · 논문 본문 및 저자 공개 자료 대조</a:t>
            </a:r>
          </a:p>
        </p:txBody>
      </p:sp>
      <p:sp>
        <p:nvSpPr>
          <p:cNvPr id="15" name="">
            <a:extLst xmlns:a="http://schemas.openxmlformats.org/drawingml/2006/main">
              <a:ext uri="{FF2B5EF4-FFF2-40B4-BE49-F238E27FC236}">
                <a16:creationId xmlns:a16="http://schemas.microsoft.com/office/drawing/2014/main" id="{87155250-5BC3-422D-9B72-AED5CC4CA56F}"/>
              </a:ext>
            </a:extLst>
          </p:cNvPr>
          <p:cNvSpPr>
            <a:spLocks xmlns:a="http://schemas.openxmlformats.org/drawingml/2006/main" noGrp="1"/>
          </p:cNvSpPr>
          <p:nvPr/>
        </p:nvSpPr>
        <p:spPr>
          <a:xfrm xmlns:a="http://schemas.openxmlformats.org/drawingml/2006/main">
            <a:off x="742950" y="61912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6B7482"/>
                </a:solidFill>
                <a:latin typeface="Pretendard"/>
                <a:ea typeface="Pretendard"/>
                <a:cs typeface="Pretendard"/>
              </a:defRPr>
            </a:pPr>
            <a:r>
              <a:rPr sz="1275" b="0">
                <a:solidFill>
                  <a:srgbClr val="6B7482"/>
                </a:solidFill>
                <a:latin typeface="Pretendard"/>
                <a:ea typeface="Pretendard"/>
                <a:cs typeface="Pretendard"/>
              </a:rPr>
              <a:t>원인 미확정 · 논문 결론의 오류나 일반 AI 대비 성능 우위를 뜻하지 않습니다</a:t>
            </a:r>
          </a:p>
        </p:txBody>
      </p:sp>
    </p:spTree>
    <p:extLst>
      <p:ext uri="{BB962C8B-B14F-4D97-AF65-F5344CB8AC3E}">
        <p14:creationId xmlns:p14="http://schemas.microsoft.com/office/powerpoint/2010/main" val="4443633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b9d95d048ef463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825835-51D9-4757-9327-B56E46E55E3E}"/>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12312E"/>
                </a:solidFill>
                <a:latin typeface="Pretendard"/>
                <a:ea typeface="Pretendard"/>
                <a:cs typeface="Pretendard"/>
              </a:defRPr>
            </a:pPr>
            <a:r>
              <a:rPr sz="3450" b="1">
                <a:solidFill>
                  <a:srgbClr val="12312E"/>
                </a:solidFill>
                <a:latin typeface="Pretendard"/>
                <a:ea typeface="Pretendard"/>
                <a:cs typeface="Pretendard"/>
              </a:rPr>
              <a:t>연구 탐색에서 보고서까지, 한 흐름으로</a:t>
            </a:r>
          </a:p>
        </p:txBody>
      </p:sp>
      <p:sp>
        <p:nvSpPr>
          <p:cNvPr id="3" name="">
            <a:extLst xmlns:a="http://schemas.openxmlformats.org/drawingml/2006/main">
              <a:ext uri="{FF2B5EF4-FFF2-40B4-BE49-F238E27FC236}">
                <a16:creationId xmlns:a16="http://schemas.microsoft.com/office/drawing/2014/main" id="{2CCD30ED-C14B-4CB1-9121-7739A1DF55D6}"/>
              </a:ext>
            </a:extLst>
          </p:cNvPr>
          <p:cNvSpPr>
            <a:spLocks xmlns:a="http://schemas.openxmlformats.org/drawingml/2006/main" noGrp="1"/>
          </p:cNvSpPr>
          <p:nvPr/>
        </p:nvSpPr>
        <p:spPr>
          <a:xfrm xmlns:a="http://schemas.openxmlformats.org/drawingml/2006/main">
            <a:off x="628650" y="1200150"/>
            <a:ext cx="10934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AI 제안과 연구자의 판단을 단계마다 구분합니다</a:t>
            </a:r>
          </a:p>
        </p:txBody>
      </p:sp>
      <p:sp>
        <p:nvSpPr>
          <p:cNvPr id="4" name="">
            <a:extLst xmlns:a="http://schemas.openxmlformats.org/drawingml/2006/main">
              <a:ext uri="{FF2B5EF4-FFF2-40B4-BE49-F238E27FC236}">
                <a16:creationId xmlns:a16="http://schemas.microsoft.com/office/drawing/2014/main" id="{8C42FF34-2308-4453-91D3-132779B3A22B}"/>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5" name="">
            <a:extLst xmlns:a="http://schemas.openxmlformats.org/drawingml/2006/main">
              <a:ext uri="{FF2B5EF4-FFF2-40B4-BE49-F238E27FC236}">
                <a16:creationId xmlns:a16="http://schemas.microsoft.com/office/drawing/2014/main" id="{59A35B0C-E66F-453E-A3B7-BADE276F41CD}"/>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03</a:t>
            </a:r>
          </a:p>
        </p:txBody>
      </p:sp>
      <p:sp>
        <p:nvSpPr>
          <p:cNvPr id="6" name="">
            <a:extLst xmlns:a="http://schemas.openxmlformats.org/drawingml/2006/main">
              <a:ext uri="{FF2B5EF4-FFF2-40B4-BE49-F238E27FC236}">
                <a16:creationId xmlns:a16="http://schemas.microsoft.com/office/drawing/2014/main" id="{7B1209C0-6709-4D95-A9E8-B2A440BA3138}"/>
              </a:ext>
            </a:extLst>
          </p:cNvPr>
          <p:cNvSpPr>
            <a:spLocks xmlns:a="http://schemas.openxmlformats.org/drawingml/2006/main" noGrp="1"/>
          </p:cNvSpPr>
          <p:nvPr/>
        </p:nvSpPr>
        <p:spPr>
          <a:xfrm xmlns:a="http://schemas.openxmlformats.org/drawingml/2006/main">
            <a:off x="619125" y="2667000"/>
            <a:ext cx="1676400" cy="1676400"/>
          </a:xfrm>
          <a:prstGeom xmlns:a="http://schemas.openxmlformats.org/drawingml/2006/main" prst="ellipse">
            <a:avLst/>
          </a:prstGeom>
          <a:solidFill xmlns:a="http://schemas.openxmlformats.org/drawingml/2006/main">
            <a:srgbClr val="F6F8FC"/>
          </a:solidFill>
          <a:ln xmlns:a="http://schemas.openxmlformats.org/drawingml/2006/main" w="9525">
            <a:solidFill>
              <a:srgbClr val="C9D1DD"/>
            </a:solidFill>
            <a:prstDash val="solid"/>
          </a:ln>
        </p:spPr>
        <p:txBody>
          <a:bodyPr xmlns:a="http://schemas.openxmlformats.org/drawingml/2006/main" lIns="133350" tIns="133350" rIns="133350" bIns="133350" anchor="ctr">
            <a:noAutofit/>
          </a:bodyPr>
          <a:lstStyle xmlns:a="http://schemas.openxmlformats.org/drawingml/2006/main"/>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자료</a:t>
            </a:r>
          </a:p>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등록</a:t>
            </a:r>
          </a:p>
        </p:txBody>
      </p:sp>
      <p:sp>
        <p:nvSpPr>
          <p:cNvPr id="7" name="">
            <a:extLst xmlns:a="http://schemas.openxmlformats.org/drawingml/2006/main">
              <a:ext uri="{FF2B5EF4-FFF2-40B4-BE49-F238E27FC236}">
                <a16:creationId xmlns:a16="http://schemas.microsoft.com/office/drawing/2014/main" id="{9C5C1AF7-C0B8-453F-A6E7-D4092C1E827A}"/>
              </a:ext>
            </a:extLst>
          </p:cNvPr>
          <p:cNvSpPr>
            <a:spLocks xmlns:a="http://schemas.openxmlformats.org/drawingml/2006/main" noGrp="1"/>
          </p:cNvSpPr>
          <p:nvPr/>
        </p:nvSpPr>
        <p:spPr>
          <a:xfrm xmlns:a="http://schemas.openxmlformats.org/drawingml/2006/main">
            <a:off x="2857500" y="2667000"/>
            <a:ext cx="1676400" cy="1676400"/>
          </a:xfrm>
          <a:prstGeom xmlns:a="http://schemas.openxmlformats.org/drawingml/2006/main" prst="ellipse">
            <a:avLst/>
          </a:prstGeom>
          <a:solidFill xmlns:a="http://schemas.openxmlformats.org/drawingml/2006/main">
            <a:srgbClr val="DEE4FF"/>
          </a:solidFill>
          <a:ln xmlns:a="http://schemas.openxmlformats.org/drawingml/2006/main" w="9525">
            <a:solidFill>
              <a:srgbClr val="C9D1DD"/>
            </a:solidFill>
            <a:prstDash val="solid"/>
          </a:ln>
        </p:spPr>
        <p:txBody>
          <a:bodyPr xmlns:a="http://schemas.openxmlformats.org/drawingml/2006/main" lIns="133350" tIns="133350" rIns="133350" bIns="133350" anchor="ctr">
            <a:noAutofit/>
          </a:bodyPr>
          <a:lstStyle xmlns:a="http://schemas.openxmlformats.org/drawingml/2006/main"/>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조건</a:t>
            </a:r>
          </a:p>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제안</a:t>
            </a:r>
          </a:p>
        </p:txBody>
      </p:sp>
      <p:sp>
        <p:nvSpPr>
          <p:cNvPr id="8" name="">
            <a:extLst xmlns:a="http://schemas.openxmlformats.org/drawingml/2006/main">
              <a:ext uri="{FF2B5EF4-FFF2-40B4-BE49-F238E27FC236}">
                <a16:creationId xmlns:a16="http://schemas.microsoft.com/office/drawing/2014/main" id="{1DE3B916-2025-49EA-91C4-A11701AB1ED7}"/>
              </a:ext>
            </a:extLst>
          </p:cNvPr>
          <p:cNvSpPr>
            <a:spLocks xmlns:a="http://schemas.openxmlformats.org/drawingml/2006/main" noGrp="1"/>
          </p:cNvSpPr>
          <p:nvPr/>
        </p:nvSpPr>
        <p:spPr>
          <a:xfrm xmlns:a="http://schemas.openxmlformats.org/drawingml/2006/main">
            <a:off x="5095875" y="2667000"/>
            <a:ext cx="1676400" cy="1676400"/>
          </a:xfrm>
          <a:prstGeom xmlns:a="http://schemas.openxmlformats.org/drawingml/2006/main" prst="ellipse">
            <a:avLst/>
          </a:prstGeom>
          <a:solidFill xmlns:a="http://schemas.openxmlformats.org/drawingml/2006/main">
            <a:srgbClr val="F6F8FC"/>
          </a:solidFill>
          <a:ln xmlns:a="http://schemas.openxmlformats.org/drawingml/2006/main" w="9525">
            <a:solidFill>
              <a:srgbClr val="C9D1DD"/>
            </a:solidFill>
            <a:prstDash val="solid"/>
          </a:ln>
        </p:spPr>
        <p:txBody>
          <a:bodyPr xmlns:a="http://schemas.openxmlformats.org/drawingml/2006/main" lIns="133350" tIns="133350" rIns="133350" bIns="133350" anchor="ctr">
            <a:noAutofit/>
          </a:bodyPr>
          <a:lstStyle xmlns:a="http://schemas.openxmlformats.org/drawingml/2006/main"/>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수치</a:t>
            </a:r>
          </a:p>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검산</a:t>
            </a:r>
          </a:p>
        </p:txBody>
      </p:sp>
      <p:sp>
        <p:nvSpPr>
          <p:cNvPr id="9" name="">
            <a:extLst xmlns:a="http://schemas.openxmlformats.org/drawingml/2006/main">
              <a:ext uri="{FF2B5EF4-FFF2-40B4-BE49-F238E27FC236}">
                <a16:creationId xmlns:a16="http://schemas.microsoft.com/office/drawing/2014/main" id="{4D91F95B-866E-4BCB-90C5-66D2C6BC1D58}"/>
              </a:ext>
            </a:extLst>
          </p:cNvPr>
          <p:cNvSpPr>
            <a:spLocks xmlns:a="http://schemas.openxmlformats.org/drawingml/2006/main" noGrp="1"/>
          </p:cNvSpPr>
          <p:nvPr/>
        </p:nvSpPr>
        <p:spPr>
          <a:xfrm xmlns:a="http://schemas.openxmlformats.org/drawingml/2006/main">
            <a:off x="7334250" y="2667000"/>
            <a:ext cx="1676400" cy="1676400"/>
          </a:xfrm>
          <a:prstGeom xmlns:a="http://schemas.openxmlformats.org/drawingml/2006/main" prst="ellipse">
            <a:avLst/>
          </a:prstGeom>
          <a:solidFill xmlns:a="http://schemas.openxmlformats.org/drawingml/2006/main">
            <a:srgbClr val="E9F2F0"/>
          </a:solidFill>
          <a:ln xmlns:a="http://schemas.openxmlformats.org/drawingml/2006/main" w="9525">
            <a:solidFill>
              <a:srgbClr val="C9D1DD"/>
            </a:solidFill>
            <a:prstDash val="solid"/>
          </a:ln>
        </p:spPr>
        <p:txBody>
          <a:bodyPr xmlns:a="http://schemas.openxmlformats.org/drawingml/2006/main" lIns="133350" tIns="133350" rIns="133350" bIns="133350" anchor="ctr">
            <a:noAutofit/>
          </a:bodyPr>
          <a:lstStyle xmlns:a="http://schemas.openxmlformats.org/drawingml/2006/main"/>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근거</a:t>
            </a:r>
          </a:p>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확인</a:t>
            </a:r>
          </a:p>
        </p:txBody>
      </p:sp>
      <p:sp>
        <p:nvSpPr>
          <p:cNvPr id="10" name="">
            <a:extLst xmlns:a="http://schemas.openxmlformats.org/drawingml/2006/main">
              <a:ext uri="{FF2B5EF4-FFF2-40B4-BE49-F238E27FC236}">
                <a16:creationId xmlns:a16="http://schemas.microsoft.com/office/drawing/2014/main" id="{061569A3-199E-4CD4-97CC-D875FE92879F}"/>
              </a:ext>
            </a:extLst>
          </p:cNvPr>
          <p:cNvSpPr>
            <a:spLocks xmlns:a="http://schemas.openxmlformats.org/drawingml/2006/main" noGrp="1"/>
          </p:cNvSpPr>
          <p:nvPr/>
        </p:nvSpPr>
        <p:spPr>
          <a:xfrm xmlns:a="http://schemas.openxmlformats.org/drawingml/2006/main">
            <a:off x="9572625" y="2667000"/>
            <a:ext cx="1676400" cy="1676400"/>
          </a:xfrm>
          <a:prstGeom xmlns:a="http://schemas.openxmlformats.org/drawingml/2006/main" prst="ellipse">
            <a:avLst/>
          </a:prstGeom>
          <a:solidFill xmlns:a="http://schemas.openxmlformats.org/drawingml/2006/main">
            <a:srgbClr val="F6F8FC"/>
          </a:solidFill>
          <a:ln xmlns:a="http://schemas.openxmlformats.org/drawingml/2006/main" w="9525">
            <a:solidFill>
              <a:srgbClr val="C9D1DD"/>
            </a:solidFill>
            <a:prstDash val="solid"/>
          </a:ln>
        </p:spPr>
        <p:txBody>
          <a:bodyPr xmlns:a="http://schemas.openxmlformats.org/drawingml/2006/main" lIns="133350" tIns="133350" rIns="133350" bIns="133350" anchor="ctr">
            <a:noAutofit/>
          </a:bodyPr>
          <a:lstStyle xmlns:a="http://schemas.openxmlformats.org/drawingml/2006/main"/>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보고서</a:t>
            </a:r>
          </a:p>
          <a:p xmlns:a="http://schemas.openxmlformats.org/drawingml/2006/main">
            <a:pPr algn="ctr">
              <a:defRPr sz="1950" b="1">
                <a:solidFill>
                  <a:srgbClr val="12312E"/>
                </a:solidFill>
                <a:latin typeface="Pretendard"/>
                <a:ea typeface="Pretendard"/>
                <a:cs typeface="Pretendard"/>
              </a:defRPr>
            </a:pPr>
            <a:r>
              <a:rPr sz="1950" b="1">
                <a:solidFill>
                  <a:srgbClr val="12312E"/>
                </a:solidFill>
                <a:latin typeface="Pretendard"/>
                <a:ea typeface="Pretendard"/>
                <a:cs typeface="Pretendard"/>
              </a:rPr>
              <a:t>저장</a:t>
            </a:r>
          </a:p>
        </p:txBody>
      </p:sp>
      <p:sp>
        <p:nvSpPr>
          <p:cNvPr id="11" name="">
            <a:extLst xmlns:a="http://schemas.openxmlformats.org/drawingml/2006/main">
              <a:ext uri="{FF2B5EF4-FFF2-40B4-BE49-F238E27FC236}">
                <a16:creationId xmlns:a16="http://schemas.microsoft.com/office/drawing/2014/main" id="{AD055CAA-ECC8-4FD0-8639-7C037EC8B223}"/>
              </a:ext>
            </a:extLst>
          </p:cNvPr>
          <p:cNvSpPr>
            <a:spLocks xmlns:a="http://schemas.openxmlformats.org/drawingml/2006/main" noGrp="1"/>
          </p:cNvSpPr>
          <p:nvPr/>
        </p:nvSpPr>
        <p:spPr>
          <a:xfrm xmlns:a="http://schemas.openxmlformats.org/drawingml/2006/main">
            <a:off x="2295525" y="3505200"/>
            <a:ext cx="56197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2" name="">
            <a:extLst xmlns:a="http://schemas.openxmlformats.org/drawingml/2006/main">
              <a:ext uri="{FF2B5EF4-FFF2-40B4-BE49-F238E27FC236}">
                <a16:creationId xmlns:a16="http://schemas.microsoft.com/office/drawing/2014/main" id="{21018A94-42EF-4F5D-884F-F81025C26C96}"/>
              </a:ext>
            </a:extLst>
          </p:cNvPr>
          <p:cNvSpPr>
            <a:spLocks xmlns:a="http://schemas.openxmlformats.org/drawingml/2006/main" noGrp="1"/>
          </p:cNvSpPr>
          <p:nvPr/>
        </p:nvSpPr>
        <p:spPr>
          <a:xfrm xmlns:a="http://schemas.openxmlformats.org/drawingml/2006/main">
            <a:off x="4533900" y="3505200"/>
            <a:ext cx="56197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3" name="">
            <a:extLst xmlns:a="http://schemas.openxmlformats.org/drawingml/2006/main">
              <a:ext uri="{FF2B5EF4-FFF2-40B4-BE49-F238E27FC236}">
                <a16:creationId xmlns:a16="http://schemas.microsoft.com/office/drawing/2014/main" id="{D4824903-6F5E-4643-982F-10DCE77663EE}"/>
              </a:ext>
            </a:extLst>
          </p:cNvPr>
          <p:cNvSpPr>
            <a:spLocks xmlns:a="http://schemas.openxmlformats.org/drawingml/2006/main" noGrp="1"/>
          </p:cNvSpPr>
          <p:nvPr/>
        </p:nvSpPr>
        <p:spPr>
          <a:xfrm xmlns:a="http://schemas.openxmlformats.org/drawingml/2006/main">
            <a:off x="6772275" y="3505200"/>
            <a:ext cx="56197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4" name="">
            <a:extLst xmlns:a="http://schemas.openxmlformats.org/drawingml/2006/main">
              <a:ext uri="{FF2B5EF4-FFF2-40B4-BE49-F238E27FC236}">
                <a16:creationId xmlns:a16="http://schemas.microsoft.com/office/drawing/2014/main" id="{91CE2860-B8C2-47F7-A096-3D6F2FF37B53}"/>
              </a:ext>
            </a:extLst>
          </p:cNvPr>
          <p:cNvSpPr>
            <a:spLocks xmlns:a="http://schemas.openxmlformats.org/drawingml/2006/main" noGrp="1"/>
          </p:cNvSpPr>
          <p:nvPr/>
        </p:nvSpPr>
        <p:spPr>
          <a:xfrm xmlns:a="http://schemas.openxmlformats.org/drawingml/2006/main">
            <a:off x="9010650" y="3505200"/>
            <a:ext cx="56197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5" name="">
            <a:extLst xmlns:a="http://schemas.openxmlformats.org/drawingml/2006/main">
              <a:ext uri="{FF2B5EF4-FFF2-40B4-BE49-F238E27FC236}">
                <a16:creationId xmlns:a16="http://schemas.microsoft.com/office/drawing/2014/main" id="{C7BBC9B9-4AD3-422C-8014-ACBBF3300C0A}"/>
              </a:ext>
            </a:extLst>
          </p:cNvPr>
          <p:cNvSpPr>
            <a:spLocks xmlns:a="http://schemas.openxmlformats.org/drawingml/2006/main" noGrp="1"/>
          </p:cNvSpPr>
          <p:nvPr/>
        </p:nvSpPr>
        <p:spPr>
          <a:xfrm xmlns:a="http://schemas.openxmlformats.org/drawingml/2006/main">
            <a:off x="571500" y="22002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725" b="1">
                <a:solidFill>
                  <a:srgbClr val="6B7482"/>
                </a:solidFill>
                <a:latin typeface="Pretendard"/>
                <a:ea typeface="Pretendard"/>
                <a:cs typeface="Pretendard"/>
              </a:defRPr>
            </a:pPr>
            <a:r>
              <a:rPr sz="1725" b="1">
                <a:solidFill>
                  <a:srgbClr val="6B7482"/>
                </a:solidFill>
                <a:latin typeface="Pretendard"/>
                <a:ea typeface="Pretendard"/>
                <a:cs typeface="Pretendard"/>
              </a:rPr>
              <a:t>연구자</a:t>
            </a:r>
          </a:p>
        </p:txBody>
      </p:sp>
      <p:sp>
        <p:nvSpPr>
          <p:cNvPr id="16" name="">
            <a:extLst xmlns:a="http://schemas.openxmlformats.org/drawingml/2006/main">
              <a:ext uri="{FF2B5EF4-FFF2-40B4-BE49-F238E27FC236}">
                <a16:creationId xmlns:a16="http://schemas.microsoft.com/office/drawing/2014/main" id="{213C607C-2175-46CB-A2CB-C10A5A3E7138}"/>
              </a:ext>
            </a:extLst>
          </p:cNvPr>
          <p:cNvSpPr>
            <a:spLocks xmlns:a="http://schemas.openxmlformats.org/drawingml/2006/main" noGrp="1"/>
          </p:cNvSpPr>
          <p:nvPr/>
        </p:nvSpPr>
        <p:spPr>
          <a:xfrm xmlns:a="http://schemas.openxmlformats.org/drawingml/2006/main">
            <a:off x="1009650" y="4562475"/>
            <a:ext cx="90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025" b="1">
                <a:solidFill>
                  <a:srgbClr val="505DF2"/>
                </a:solidFill>
                <a:latin typeface="Pretendard"/>
                <a:ea typeface="Pretendard"/>
                <a:cs typeface="Pretendard"/>
              </a:defRPr>
            </a:pPr>
            <a:r>
              <a:rPr sz="2025" b="1">
                <a:solidFill>
                  <a:srgbClr val="505DF2"/>
                </a:solidFill>
                <a:latin typeface="Pretendard"/>
                <a:ea typeface="Pretendard"/>
                <a:cs typeface="Pretendard"/>
              </a:rPr>
              <a:t>01</a:t>
            </a:r>
          </a:p>
        </p:txBody>
      </p:sp>
      <p:sp>
        <p:nvSpPr>
          <p:cNvPr id="17" name="">
            <a:extLst xmlns:a="http://schemas.openxmlformats.org/drawingml/2006/main">
              <a:ext uri="{FF2B5EF4-FFF2-40B4-BE49-F238E27FC236}">
                <a16:creationId xmlns:a16="http://schemas.microsoft.com/office/drawing/2014/main" id="{21C83968-B648-4A99-A858-71D1A5433A54}"/>
              </a:ext>
            </a:extLst>
          </p:cNvPr>
          <p:cNvSpPr>
            <a:spLocks xmlns:a="http://schemas.openxmlformats.org/drawingml/2006/main" noGrp="1"/>
          </p:cNvSpPr>
          <p:nvPr/>
        </p:nvSpPr>
        <p:spPr>
          <a:xfrm xmlns:a="http://schemas.openxmlformats.org/drawingml/2006/main">
            <a:off x="2809875" y="22002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725" b="1">
                <a:solidFill>
                  <a:srgbClr val="505DF2"/>
                </a:solidFill>
                <a:latin typeface="Pretendard"/>
                <a:ea typeface="Pretendard"/>
                <a:cs typeface="Pretendard"/>
              </a:defRPr>
            </a:pPr>
            <a:r>
              <a:rPr sz="1725" b="1">
                <a:solidFill>
                  <a:srgbClr val="505DF2"/>
                </a:solidFill>
                <a:latin typeface="Pretendard"/>
                <a:ea typeface="Pretendard"/>
                <a:cs typeface="Pretendard"/>
              </a:rPr>
              <a:t>AI 또는 수동</a:t>
            </a:r>
          </a:p>
        </p:txBody>
      </p:sp>
      <p:sp>
        <p:nvSpPr>
          <p:cNvPr id="18" name="">
            <a:extLst xmlns:a="http://schemas.openxmlformats.org/drawingml/2006/main">
              <a:ext uri="{FF2B5EF4-FFF2-40B4-BE49-F238E27FC236}">
                <a16:creationId xmlns:a16="http://schemas.microsoft.com/office/drawing/2014/main" id="{60D767F5-A451-4926-A691-428B95128A06}"/>
              </a:ext>
            </a:extLst>
          </p:cNvPr>
          <p:cNvSpPr>
            <a:spLocks xmlns:a="http://schemas.openxmlformats.org/drawingml/2006/main" noGrp="1"/>
          </p:cNvSpPr>
          <p:nvPr/>
        </p:nvSpPr>
        <p:spPr>
          <a:xfrm xmlns:a="http://schemas.openxmlformats.org/drawingml/2006/main">
            <a:off x="3248025" y="4562475"/>
            <a:ext cx="90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025" b="1">
                <a:solidFill>
                  <a:srgbClr val="505DF2"/>
                </a:solidFill>
                <a:latin typeface="Pretendard"/>
                <a:ea typeface="Pretendard"/>
                <a:cs typeface="Pretendard"/>
              </a:defRPr>
            </a:pPr>
            <a:r>
              <a:rPr sz="2025" b="1">
                <a:solidFill>
                  <a:srgbClr val="505DF2"/>
                </a:solidFill>
                <a:latin typeface="Pretendard"/>
                <a:ea typeface="Pretendard"/>
                <a:cs typeface="Pretendard"/>
              </a:rPr>
              <a:t>02</a:t>
            </a:r>
          </a:p>
        </p:txBody>
      </p:sp>
      <p:sp>
        <p:nvSpPr>
          <p:cNvPr id="19" name="">
            <a:extLst xmlns:a="http://schemas.openxmlformats.org/drawingml/2006/main">
              <a:ext uri="{FF2B5EF4-FFF2-40B4-BE49-F238E27FC236}">
                <a16:creationId xmlns:a16="http://schemas.microsoft.com/office/drawing/2014/main" id="{506B6C2A-D2DC-4C48-9647-BB71CC6EF493}"/>
              </a:ext>
            </a:extLst>
          </p:cNvPr>
          <p:cNvSpPr>
            <a:spLocks xmlns:a="http://schemas.openxmlformats.org/drawingml/2006/main" noGrp="1"/>
          </p:cNvSpPr>
          <p:nvPr/>
        </p:nvSpPr>
        <p:spPr>
          <a:xfrm xmlns:a="http://schemas.openxmlformats.org/drawingml/2006/main">
            <a:off x="5048250" y="22002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725" b="1">
                <a:solidFill>
                  <a:srgbClr val="6B7482"/>
                </a:solidFill>
                <a:latin typeface="Pretendard"/>
                <a:ea typeface="Pretendard"/>
                <a:cs typeface="Pretendard"/>
              </a:defRPr>
            </a:pPr>
            <a:r>
              <a:rPr sz="1725" b="1">
                <a:solidFill>
                  <a:srgbClr val="6B7482"/>
                </a:solidFill>
                <a:latin typeface="Pretendard"/>
                <a:ea typeface="Pretendard"/>
                <a:cs typeface="Pretendard"/>
              </a:rPr>
              <a:t>계산 엔진</a:t>
            </a:r>
          </a:p>
        </p:txBody>
      </p:sp>
      <p:sp>
        <p:nvSpPr>
          <p:cNvPr id="20" name="">
            <a:extLst xmlns:a="http://schemas.openxmlformats.org/drawingml/2006/main">
              <a:ext uri="{FF2B5EF4-FFF2-40B4-BE49-F238E27FC236}">
                <a16:creationId xmlns:a16="http://schemas.microsoft.com/office/drawing/2014/main" id="{EFE4771D-D601-4C38-ADDE-F225CD82B6B8}"/>
              </a:ext>
            </a:extLst>
          </p:cNvPr>
          <p:cNvSpPr>
            <a:spLocks xmlns:a="http://schemas.openxmlformats.org/drawingml/2006/main" noGrp="1"/>
          </p:cNvSpPr>
          <p:nvPr/>
        </p:nvSpPr>
        <p:spPr>
          <a:xfrm xmlns:a="http://schemas.openxmlformats.org/drawingml/2006/main">
            <a:off x="5486400" y="4562475"/>
            <a:ext cx="90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025" b="1">
                <a:solidFill>
                  <a:srgbClr val="505DF2"/>
                </a:solidFill>
                <a:latin typeface="Pretendard"/>
                <a:ea typeface="Pretendard"/>
                <a:cs typeface="Pretendard"/>
              </a:defRPr>
            </a:pPr>
            <a:r>
              <a:rPr sz="2025" b="1">
                <a:solidFill>
                  <a:srgbClr val="505DF2"/>
                </a:solidFill>
                <a:latin typeface="Pretendard"/>
                <a:ea typeface="Pretendard"/>
                <a:cs typeface="Pretendard"/>
              </a:rPr>
              <a:t>03</a:t>
            </a:r>
          </a:p>
        </p:txBody>
      </p:sp>
      <p:sp>
        <p:nvSpPr>
          <p:cNvPr id="21" name="">
            <a:extLst xmlns:a="http://schemas.openxmlformats.org/drawingml/2006/main">
              <a:ext uri="{FF2B5EF4-FFF2-40B4-BE49-F238E27FC236}">
                <a16:creationId xmlns:a16="http://schemas.microsoft.com/office/drawing/2014/main" id="{3BCF61DA-8F13-4CF0-BB82-B5F95792C87E}"/>
              </a:ext>
            </a:extLst>
          </p:cNvPr>
          <p:cNvSpPr>
            <a:spLocks xmlns:a="http://schemas.openxmlformats.org/drawingml/2006/main" noGrp="1"/>
          </p:cNvSpPr>
          <p:nvPr/>
        </p:nvSpPr>
        <p:spPr>
          <a:xfrm xmlns:a="http://schemas.openxmlformats.org/drawingml/2006/main">
            <a:off x="7286625" y="22002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725" b="1">
                <a:solidFill>
                  <a:srgbClr val="6B7482"/>
                </a:solidFill>
                <a:latin typeface="Pretendard"/>
                <a:ea typeface="Pretendard"/>
                <a:cs typeface="Pretendard"/>
              </a:defRPr>
            </a:pPr>
            <a:r>
              <a:rPr sz="1725" b="1">
                <a:solidFill>
                  <a:srgbClr val="6B7482"/>
                </a:solidFill>
                <a:latin typeface="Pretendard"/>
                <a:ea typeface="Pretendard"/>
                <a:cs typeface="Pretendard"/>
              </a:rPr>
              <a:t>연구자 직접</a:t>
            </a:r>
          </a:p>
        </p:txBody>
      </p:sp>
      <p:sp>
        <p:nvSpPr>
          <p:cNvPr id="22" name="">
            <a:extLst xmlns:a="http://schemas.openxmlformats.org/drawingml/2006/main">
              <a:ext uri="{FF2B5EF4-FFF2-40B4-BE49-F238E27FC236}">
                <a16:creationId xmlns:a16="http://schemas.microsoft.com/office/drawing/2014/main" id="{554B385B-EDEC-4566-8AFB-7B4E8B225892}"/>
              </a:ext>
            </a:extLst>
          </p:cNvPr>
          <p:cNvSpPr>
            <a:spLocks xmlns:a="http://schemas.openxmlformats.org/drawingml/2006/main" noGrp="1"/>
          </p:cNvSpPr>
          <p:nvPr/>
        </p:nvSpPr>
        <p:spPr>
          <a:xfrm xmlns:a="http://schemas.openxmlformats.org/drawingml/2006/main">
            <a:off x="7724775" y="4562475"/>
            <a:ext cx="90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025" b="1">
                <a:solidFill>
                  <a:srgbClr val="505DF2"/>
                </a:solidFill>
                <a:latin typeface="Pretendard"/>
                <a:ea typeface="Pretendard"/>
                <a:cs typeface="Pretendard"/>
              </a:defRPr>
            </a:pPr>
            <a:r>
              <a:rPr sz="2025" b="1">
                <a:solidFill>
                  <a:srgbClr val="505DF2"/>
                </a:solidFill>
                <a:latin typeface="Pretendard"/>
                <a:ea typeface="Pretendard"/>
                <a:cs typeface="Pretendard"/>
              </a:rPr>
              <a:t>04</a:t>
            </a:r>
          </a:p>
        </p:txBody>
      </p:sp>
      <p:sp>
        <p:nvSpPr>
          <p:cNvPr id="23" name="">
            <a:extLst xmlns:a="http://schemas.openxmlformats.org/drawingml/2006/main">
              <a:ext uri="{FF2B5EF4-FFF2-40B4-BE49-F238E27FC236}">
                <a16:creationId xmlns:a16="http://schemas.microsoft.com/office/drawing/2014/main" id="{1388B5C1-4D2D-4C07-9196-8B912623C325}"/>
              </a:ext>
            </a:extLst>
          </p:cNvPr>
          <p:cNvSpPr>
            <a:spLocks xmlns:a="http://schemas.openxmlformats.org/drawingml/2006/main" noGrp="1"/>
          </p:cNvSpPr>
          <p:nvPr/>
        </p:nvSpPr>
        <p:spPr>
          <a:xfrm xmlns:a="http://schemas.openxmlformats.org/drawingml/2006/main">
            <a:off x="9525000" y="22002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725" b="1">
                <a:solidFill>
                  <a:srgbClr val="6B7482"/>
                </a:solidFill>
                <a:latin typeface="Pretendard"/>
                <a:ea typeface="Pretendard"/>
                <a:cs typeface="Pretendard"/>
              </a:defRPr>
            </a:pPr>
            <a:r>
              <a:rPr sz="1725" b="1">
                <a:solidFill>
                  <a:srgbClr val="6B7482"/>
                </a:solidFill>
                <a:latin typeface="Pretendard"/>
                <a:ea typeface="Pretendard"/>
                <a:cs typeface="Pretendard"/>
              </a:rPr>
              <a:t>기록 엔진</a:t>
            </a:r>
          </a:p>
        </p:txBody>
      </p:sp>
      <p:sp>
        <p:nvSpPr>
          <p:cNvPr id="24" name="">
            <a:extLst xmlns:a="http://schemas.openxmlformats.org/drawingml/2006/main">
              <a:ext uri="{FF2B5EF4-FFF2-40B4-BE49-F238E27FC236}">
                <a16:creationId xmlns:a16="http://schemas.microsoft.com/office/drawing/2014/main" id="{3A425889-C3FB-4506-89F2-BB1762D1C438}"/>
              </a:ext>
            </a:extLst>
          </p:cNvPr>
          <p:cNvSpPr>
            <a:spLocks xmlns:a="http://schemas.openxmlformats.org/drawingml/2006/main" noGrp="1"/>
          </p:cNvSpPr>
          <p:nvPr/>
        </p:nvSpPr>
        <p:spPr>
          <a:xfrm xmlns:a="http://schemas.openxmlformats.org/drawingml/2006/main">
            <a:off x="9963150" y="4562475"/>
            <a:ext cx="90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025" b="1">
                <a:solidFill>
                  <a:srgbClr val="505DF2"/>
                </a:solidFill>
                <a:latin typeface="Pretendard"/>
                <a:ea typeface="Pretendard"/>
                <a:cs typeface="Pretendard"/>
              </a:defRPr>
            </a:pPr>
            <a:r>
              <a:rPr sz="2025" b="1">
                <a:solidFill>
                  <a:srgbClr val="505DF2"/>
                </a:solidFill>
                <a:latin typeface="Pretendard"/>
                <a:ea typeface="Pretendard"/>
                <a:cs typeface="Pretendard"/>
              </a:rPr>
              <a:t>05</a:t>
            </a:r>
          </a:p>
        </p:txBody>
      </p:sp>
      <p:sp>
        <p:nvSpPr>
          <p:cNvPr id="25" name="">
            <a:extLst xmlns:a="http://schemas.openxmlformats.org/drawingml/2006/main">
              <a:ext uri="{FF2B5EF4-FFF2-40B4-BE49-F238E27FC236}">
                <a16:creationId xmlns:a16="http://schemas.microsoft.com/office/drawing/2014/main" id="{85B809CE-5557-488C-A04E-FABB6186430A}"/>
              </a:ext>
            </a:extLst>
          </p:cNvPr>
          <p:cNvSpPr>
            <a:spLocks xmlns:a="http://schemas.openxmlformats.org/drawingml/2006/main" noGrp="1"/>
          </p:cNvSpPr>
          <p:nvPr/>
        </p:nvSpPr>
        <p:spPr>
          <a:xfrm xmlns:a="http://schemas.openxmlformats.org/drawingml/2006/main">
            <a:off x="619125" y="18097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6B7482"/>
                </a:solidFill>
                <a:latin typeface="Pretendard"/>
                <a:ea typeface="Pretendard"/>
                <a:cs typeface="Pretendard"/>
              </a:defRPr>
            </a:pPr>
            <a:r>
              <a:rPr sz="1500" b="0">
                <a:solidFill>
                  <a:srgbClr val="6B7482"/>
                </a:solidFill>
                <a:latin typeface="Pretendard"/>
                <a:ea typeface="Pretendard"/>
                <a:cs typeface="Pretendard"/>
              </a:rPr>
              <a:t>기획·탐색</a:t>
            </a:r>
          </a:p>
        </p:txBody>
      </p:sp>
      <p:sp>
        <p:nvSpPr>
          <p:cNvPr id="26" name="">
            <a:extLst xmlns:a="http://schemas.openxmlformats.org/drawingml/2006/main">
              <a:ext uri="{FF2B5EF4-FFF2-40B4-BE49-F238E27FC236}">
                <a16:creationId xmlns:a16="http://schemas.microsoft.com/office/drawing/2014/main" id="{BBE3EE3F-17E6-4F9C-AD05-3698257675AE}"/>
              </a:ext>
            </a:extLst>
          </p:cNvPr>
          <p:cNvSpPr>
            <a:spLocks xmlns:a="http://schemas.openxmlformats.org/drawingml/2006/main" noGrp="1"/>
          </p:cNvSpPr>
          <p:nvPr/>
        </p:nvSpPr>
        <p:spPr>
          <a:xfrm xmlns:a="http://schemas.openxmlformats.org/drawingml/2006/main">
            <a:off x="2857500" y="18097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6B7482"/>
                </a:solidFill>
                <a:latin typeface="Pretendard"/>
                <a:ea typeface="Pretendard"/>
                <a:cs typeface="Pretendard"/>
              </a:defRPr>
            </a:pPr>
            <a:r>
              <a:rPr sz="1500" b="0">
                <a:solidFill>
                  <a:srgbClr val="6B7482"/>
                </a:solidFill>
                <a:latin typeface="Pretendard"/>
                <a:ea typeface="Pretendard"/>
                <a:cs typeface="Pretendard"/>
              </a:rPr>
              <a:t>분석</a:t>
            </a:r>
          </a:p>
        </p:txBody>
      </p:sp>
      <p:sp>
        <p:nvSpPr>
          <p:cNvPr id="27" name="">
            <a:extLst xmlns:a="http://schemas.openxmlformats.org/drawingml/2006/main">
              <a:ext uri="{FF2B5EF4-FFF2-40B4-BE49-F238E27FC236}">
                <a16:creationId xmlns:a16="http://schemas.microsoft.com/office/drawing/2014/main" id="{BF2C2909-8D33-4C3A-A8E8-7BDC1F4230AD}"/>
              </a:ext>
            </a:extLst>
          </p:cNvPr>
          <p:cNvSpPr>
            <a:spLocks xmlns:a="http://schemas.openxmlformats.org/drawingml/2006/main" noGrp="1"/>
          </p:cNvSpPr>
          <p:nvPr/>
        </p:nvSpPr>
        <p:spPr>
          <a:xfrm xmlns:a="http://schemas.openxmlformats.org/drawingml/2006/main">
            <a:off x="7334250" y="18097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6B7482"/>
                </a:solidFill>
                <a:latin typeface="Pretendard"/>
                <a:ea typeface="Pretendard"/>
                <a:cs typeface="Pretendard"/>
              </a:defRPr>
            </a:pPr>
            <a:r>
              <a:rPr sz="1500" b="0">
                <a:solidFill>
                  <a:srgbClr val="6B7482"/>
                </a:solidFill>
                <a:latin typeface="Pretendard"/>
                <a:ea typeface="Pretendard"/>
                <a:cs typeface="Pretendard"/>
              </a:rPr>
              <a:t>성과 작성</a:t>
            </a:r>
          </a:p>
        </p:txBody>
      </p:sp>
      <p:sp>
        <p:nvSpPr>
          <p:cNvPr id="28" name="">
            <a:extLst xmlns:a="http://schemas.openxmlformats.org/drawingml/2006/main">
              <a:ext uri="{FF2B5EF4-FFF2-40B4-BE49-F238E27FC236}">
                <a16:creationId xmlns:a16="http://schemas.microsoft.com/office/drawing/2014/main" id="{28F95805-E57D-431C-A819-9C8C234C1AB5}"/>
              </a:ext>
            </a:extLst>
          </p:cNvPr>
          <p:cNvSpPr>
            <a:spLocks xmlns:a="http://schemas.openxmlformats.org/drawingml/2006/main" noGrp="1"/>
          </p:cNvSpPr>
          <p:nvPr/>
        </p:nvSpPr>
        <p:spPr>
          <a:xfrm xmlns:a="http://schemas.openxmlformats.org/drawingml/2006/main">
            <a:off x="628650" y="5334000"/>
            <a:ext cx="10934700" cy="0"/>
          </a:xfrm>
          <a:prstGeom xmlns:a="http://schemas.openxmlformats.org/drawingml/2006/main" prst="line">
            <a:avLst/>
          </a:prstGeom>
          <a:noFill xmlns:a="http://schemas.openxmlformats.org/drawingml/2006/main"/>
          <a:ln xmlns:a="http://schemas.openxmlformats.org/drawingml/2006/main" w="9525">
            <a:solidFill>
              <a:srgbClr val="C9D1DD"/>
            </a:solidFill>
            <a:prstDash val="solid"/>
          </a:ln>
        </p:spPr>
      </p:sp>
      <p:sp>
        <p:nvSpPr>
          <p:cNvPr id="29" name="">
            <a:extLst xmlns:a="http://schemas.openxmlformats.org/drawingml/2006/main">
              <a:ext uri="{FF2B5EF4-FFF2-40B4-BE49-F238E27FC236}">
                <a16:creationId xmlns:a16="http://schemas.microsoft.com/office/drawing/2014/main" id="{69DBCCEB-907C-48A3-A2E3-4259E473C1BE}"/>
              </a:ext>
            </a:extLst>
          </p:cNvPr>
          <p:cNvSpPr>
            <a:spLocks xmlns:a="http://schemas.openxmlformats.org/drawingml/2006/main" noGrp="1"/>
          </p:cNvSpPr>
          <p:nvPr/>
        </p:nvSpPr>
        <p:spPr>
          <a:xfrm xmlns:a="http://schemas.openxmlformats.org/drawingml/2006/main">
            <a:off x="628650" y="561022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2312E"/>
                </a:solidFill>
                <a:latin typeface="Pretendard"/>
                <a:ea typeface="Pretendard"/>
                <a:cs typeface="Pretendard"/>
              </a:defRPr>
            </a:pPr>
            <a:r>
              <a:rPr sz="2100" b="1">
                <a:solidFill>
                  <a:srgbClr val="12312E"/>
                </a:solidFill>
                <a:latin typeface="Pretendard"/>
                <a:ea typeface="Pretendard"/>
                <a:cs typeface="Pretendard"/>
              </a:rPr>
              <a:t>근거 부족은 보류</a:t>
            </a:r>
          </a:p>
        </p:txBody>
      </p:sp>
      <p:sp>
        <p:nvSpPr>
          <p:cNvPr id="30" name="">
            <a:extLst xmlns:a="http://schemas.openxmlformats.org/drawingml/2006/main">
              <a:ext uri="{FF2B5EF4-FFF2-40B4-BE49-F238E27FC236}">
                <a16:creationId xmlns:a16="http://schemas.microsoft.com/office/drawing/2014/main" id="{20C460BE-077F-49C6-B3D4-870959498C71}"/>
              </a:ext>
            </a:extLst>
          </p:cNvPr>
          <p:cNvSpPr>
            <a:spLocks xmlns:a="http://schemas.openxmlformats.org/drawingml/2006/main" noGrp="1"/>
          </p:cNvSpPr>
          <p:nvPr/>
        </p:nvSpPr>
        <p:spPr>
          <a:xfrm xmlns:a="http://schemas.openxmlformats.org/drawingml/2006/main">
            <a:off x="4486275" y="561022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2312E"/>
                </a:solidFill>
                <a:latin typeface="Pretendard"/>
                <a:ea typeface="Pretendard"/>
                <a:cs typeface="Pretendard"/>
              </a:defRPr>
            </a:pPr>
            <a:r>
              <a:rPr sz="2100" b="1">
                <a:solidFill>
                  <a:srgbClr val="12312E"/>
                </a:solidFill>
                <a:latin typeface="Pretendard"/>
                <a:ea typeface="Pretendard"/>
                <a:cs typeface="Pretendard"/>
              </a:rPr>
              <a:t>자료 변경은 재확인</a:t>
            </a:r>
          </a:p>
        </p:txBody>
      </p:sp>
      <p:sp>
        <p:nvSpPr>
          <p:cNvPr id="31" name="">
            <a:extLst xmlns:a="http://schemas.openxmlformats.org/drawingml/2006/main">
              <a:ext uri="{FF2B5EF4-FFF2-40B4-BE49-F238E27FC236}">
                <a16:creationId xmlns:a16="http://schemas.microsoft.com/office/drawing/2014/main" id="{B6171ED9-243D-4459-816B-2FD7430A6B16}"/>
              </a:ext>
            </a:extLst>
          </p:cNvPr>
          <p:cNvSpPr>
            <a:spLocks xmlns:a="http://schemas.openxmlformats.org/drawingml/2006/main" noGrp="1"/>
          </p:cNvSpPr>
          <p:nvPr/>
        </p:nvSpPr>
        <p:spPr>
          <a:xfrm xmlns:a="http://schemas.openxmlformats.org/drawingml/2006/main">
            <a:off x="8324850" y="56102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12312E"/>
                </a:solidFill>
                <a:latin typeface="Pretendard"/>
                <a:ea typeface="Pretendard"/>
                <a:cs typeface="Pretendard"/>
              </a:defRPr>
            </a:pPr>
            <a:r>
              <a:rPr sz="1875" b="1">
                <a:solidFill>
                  <a:srgbClr val="12312E"/>
                </a:solidFill>
                <a:latin typeface="Pretendard"/>
                <a:ea typeface="Pretendard"/>
                <a:cs typeface="Pretendard"/>
              </a:rPr>
              <a:t>수치 일치와 승인은 별도</a:t>
            </a:r>
          </a:p>
        </p:txBody>
      </p:sp>
    </p:spTree>
    <p:extLst>
      <p:ext uri="{BB962C8B-B14F-4D97-AF65-F5344CB8AC3E}">
        <p14:creationId xmlns:p14="http://schemas.microsoft.com/office/powerpoint/2010/main" val="20807178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b68e2293968442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705C59-259F-433C-A89D-32ECE9A7C4A1}"/>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12312E"/>
                </a:solidFill>
                <a:latin typeface="Pretendard"/>
                <a:ea typeface="Pretendard"/>
                <a:cs typeface="Pretendard"/>
              </a:defRPr>
            </a:pPr>
            <a:r>
              <a:rPr sz="3450" b="1">
                <a:solidFill>
                  <a:srgbClr val="12312E"/>
                </a:solidFill>
                <a:latin typeface="Pretendard"/>
                <a:ea typeface="Pretendard"/>
                <a:cs typeface="Pretendard"/>
              </a:rPr>
              <a:t>AI는 조건을 제안하고, 계산과 판단은 분리합니다</a:t>
            </a:r>
          </a:p>
        </p:txBody>
      </p:sp>
      <p:sp>
        <p:nvSpPr>
          <p:cNvPr id="3" name="">
            <a:extLst xmlns:a="http://schemas.openxmlformats.org/drawingml/2006/main">
              <a:ext uri="{FF2B5EF4-FFF2-40B4-BE49-F238E27FC236}">
                <a16:creationId xmlns:a16="http://schemas.microsoft.com/office/drawing/2014/main" id="{D76CB29C-8C2B-402A-BB71-6290D95F1995}"/>
              </a:ext>
            </a:extLst>
          </p:cNvPr>
          <p:cNvSpPr>
            <a:spLocks xmlns:a="http://schemas.openxmlformats.org/drawingml/2006/main" noGrp="1"/>
          </p:cNvSpPr>
          <p:nvPr/>
        </p:nvSpPr>
        <p:spPr>
          <a:xfrm xmlns:a="http://schemas.openxmlformats.org/drawingml/2006/main">
            <a:off x="628650" y="1200150"/>
            <a:ext cx="10934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지피티 4.1 미니 · 조건 후보 제안 · 수치 검산 · 연구자 검토</a:t>
            </a:r>
          </a:p>
        </p:txBody>
      </p:sp>
      <p:sp>
        <p:nvSpPr>
          <p:cNvPr id="4" name="">
            <a:extLst xmlns:a="http://schemas.openxmlformats.org/drawingml/2006/main">
              <a:ext uri="{FF2B5EF4-FFF2-40B4-BE49-F238E27FC236}">
                <a16:creationId xmlns:a16="http://schemas.microsoft.com/office/drawing/2014/main" id="{05BD7A2D-810D-4B37-8C0A-C8255F166AEC}"/>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5" name="">
            <a:extLst xmlns:a="http://schemas.openxmlformats.org/drawingml/2006/main">
              <a:ext uri="{FF2B5EF4-FFF2-40B4-BE49-F238E27FC236}">
                <a16:creationId xmlns:a16="http://schemas.microsoft.com/office/drawing/2014/main" id="{035CFE24-5EB3-409F-B14E-E0200F380285}"/>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04</a:t>
            </a:r>
          </a:p>
        </p:txBody>
      </p:sp>
      <p:sp>
        <p:nvSpPr>
          <p:cNvPr id="6" name="">
            <a:extLst xmlns:a="http://schemas.openxmlformats.org/drawingml/2006/main">
              <a:ext uri="{FF2B5EF4-FFF2-40B4-BE49-F238E27FC236}">
                <a16:creationId xmlns:a16="http://schemas.microsoft.com/office/drawing/2014/main" id="{DC133E48-C5E1-49E4-B735-9D25DC60A604}"/>
              </a:ext>
            </a:extLst>
          </p:cNvPr>
          <p:cNvSpPr>
            <a:spLocks xmlns:a="http://schemas.openxmlformats.org/drawingml/2006/main" noGrp="1"/>
          </p:cNvSpPr>
          <p:nvPr/>
        </p:nvSpPr>
        <p:spPr>
          <a:xfrm xmlns:a="http://schemas.openxmlformats.org/drawingml/2006/main">
            <a:off x="647700" y="2181225"/>
            <a:ext cx="2286000" cy="2152650"/>
          </a:xfrm>
          <a:prstGeom xmlns:a="http://schemas.openxmlformats.org/drawingml/2006/main" prst="roundRect">
            <a:avLst>
              <a:gd name="adj" fmla="val 3540"/>
            </a:avLst>
          </a:prstGeom>
          <a:solidFill xmlns:a="http://schemas.openxmlformats.org/drawingml/2006/main">
            <a:srgbClr val="F5F7FC"/>
          </a:solidFill>
          <a:ln xmlns:a="http://schemas.openxmlformats.org/drawingml/2006/main" w="9525">
            <a:solidFill>
              <a:srgbClr val="C9D1DD"/>
            </a:solidFill>
            <a:prstDash val="solid"/>
          </a:ln>
        </p:spPr>
        <p:txBody>
          <a:bodyPr xmlns:a="http://schemas.openxmlformats.org/drawingml/2006/main" anchor="ctr">
            <a:noAutofit/>
          </a:bodyPr>
          <a:lstStyle xmlns:a="http://schemas.openxmlformats.org/drawingml/2006/main"/>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입력</a:t>
            </a:r>
          </a:p>
          <a:p xmlns:a="http://schemas.openxmlformats.org/drawingml/2006/main">
            <a:r>
              <a:t/>
            </a:r>
          </a:p>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원문 발췌</a:t>
            </a:r>
          </a:p>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표 자료·등록 조건</a:t>
            </a:r>
          </a:p>
        </p:txBody>
      </p:sp>
      <p:sp>
        <p:nvSpPr>
          <p:cNvPr id="7" name="">
            <a:extLst xmlns:a="http://schemas.openxmlformats.org/drawingml/2006/main">
              <a:ext uri="{FF2B5EF4-FFF2-40B4-BE49-F238E27FC236}">
                <a16:creationId xmlns:a16="http://schemas.microsoft.com/office/drawing/2014/main" id="{C71E3A04-4C42-4AB3-AAC6-AE9461FBEC41}"/>
              </a:ext>
            </a:extLst>
          </p:cNvPr>
          <p:cNvSpPr>
            <a:spLocks xmlns:a="http://schemas.openxmlformats.org/drawingml/2006/main" noGrp="1"/>
          </p:cNvSpPr>
          <p:nvPr/>
        </p:nvSpPr>
        <p:spPr>
          <a:xfrm xmlns:a="http://schemas.openxmlformats.org/drawingml/2006/main">
            <a:off x="3457575" y="2181225"/>
            <a:ext cx="2428875" cy="2152650"/>
          </a:xfrm>
          <a:prstGeom xmlns:a="http://schemas.openxmlformats.org/drawingml/2006/main" prst="roundRect">
            <a:avLst>
              <a:gd name="adj" fmla="val 3540"/>
            </a:avLst>
          </a:prstGeom>
          <a:solidFill xmlns:a="http://schemas.openxmlformats.org/drawingml/2006/main">
            <a:srgbClr val="E5E9FF"/>
          </a:solidFill>
          <a:ln xmlns:a="http://schemas.openxmlformats.org/drawingml/2006/main" w="9525">
            <a:solidFill>
              <a:srgbClr val="C9D1DD"/>
            </a:solidFill>
            <a:prstDash val="solid"/>
          </a:ln>
        </p:spPr>
        <p:txBody>
          <a:bodyPr xmlns:a="http://schemas.openxmlformats.org/drawingml/2006/main" anchor="ctr">
            <a:noAutofit/>
          </a:bodyPr>
          <a:lstStyle xmlns:a="http://schemas.openxmlformats.org/drawingml/2006/main"/>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AI 후보</a:t>
            </a:r>
          </a:p>
          <a:p xmlns:a="http://schemas.openxmlformats.org/drawingml/2006/main">
            <a:r>
              <a:t/>
            </a:r>
          </a:p>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변수·대상·방법</a:t>
            </a:r>
          </a:p>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미확정 조건</a:t>
            </a:r>
          </a:p>
        </p:txBody>
      </p:sp>
      <p:sp>
        <p:nvSpPr>
          <p:cNvPr id="8" name="">
            <a:extLst xmlns:a="http://schemas.openxmlformats.org/drawingml/2006/main">
              <a:ext uri="{FF2B5EF4-FFF2-40B4-BE49-F238E27FC236}">
                <a16:creationId xmlns:a16="http://schemas.microsoft.com/office/drawing/2014/main" id="{4A056F46-5AE1-43C7-85C4-EFC4AFD60658}"/>
              </a:ext>
            </a:extLst>
          </p:cNvPr>
          <p:cNvSpPr>
            <a:spLocks xmlns:a="http://schemas.openxmlformats.org/drawingml/2006/main" noGrp="1"/>
          </p:cNvSpPr>
          <p:nvPr/>
        </p:nvSpPr>
        <p:spPr>
          <a:xfrm xmlns:a="http://schemas.openxmlformats.org/drawingml/2006/main">
            <a:off x="6410325" y="2181225"/>
            <a:ext cx="2381250" cy="2152650"/>
          </a:xfrm>
          <a:prstGeom xmlns:a="http://schemas.openxmlformats.org/drawingml/2006/main" prst="roundRect">
            <a:avLst>
              <a:gd name="adj" fmla="val 3540"/>
            </a:avLst>
          </a:prstGeom>
          <a:solidFill xmlns:a="http://schemas.openxmlformats.org/drawingml/2006/main">
            <a:srgbClr val="F5F7FC"/>
          </a:solidFill>
          <a:ln xmlns:a="http://schemas.openxmlformats.org/drawingml/2006/main" w="9525">
            <a:solidFill>
              <a:srgbClr val="C9D1DD"/>
            </a:solidFill>
            <a:prstDash val="solid"/>
          </a:ln>
        </p:spPr>
        <p:txBody>
          <a:bodyPr xmlns:a="http://schemas.openxmlformats.org/drawingml/2006/main" anchor="ctr">
            <a:noAutofit/>
          </a:bodyPr>
          <a:lstStyle xmlns:a="http://schemas.openxmlformats.org/drawingml/2006/main"/>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검사·계산</a:t>
            </a:r>
          </a:p>
          <a:p xmlns:a="http://schemas.openxmlformats.org/drawingml/2006/main">
            <a:r>
              <a:t/>
            </a:r>
          </a:p>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원문·조건 대조</a:t>
            </a:r>
          </a:p>
          <a:p xmlns:a="http://schemas.openxmlformats.org/drawingml/2006/main">
            <a:pPr algn="ctr">
              <a:defRPr sz="1950">
                <a:solidFill>
                  <a:srgbClr val="12312E"/>
                </a:solidFill>
                <a:latin typeface="Pretendard"/>
                <a:ea typeface="Pretendard"/>
                <a:cs typeface="Pretendard"/>
              </a:defRPr>
            </a:pPr>
            <a:r>
              <a:rPr sz="1950">
                <a:solidFill>
                  <a:srgbClr val="12312E"/>
                </a:solidFill>
                <a:latin typeface="Pretendard"/>
                <a:ea typeface="Pretendard"/>
                <a:cs typeface="Pretendard"/>
              </a:rPr>
              <a:t>행 수·평균 재계산</a:t>
            </a:r>
          </a:p>
        </p:txBody>
      </p:sp>
      <p:sp>
        <p:nvSpPr>
          <p:cNvPr id="9" name="">
            <a:extLst xmlns:a="http://schemas.openxmlformats.org/drawingml/2006/main">
              <a:ext uri="{FF2B5EF4-FFF2-40B4-BE49-F238E27FC236}">
                <a16:creationId xmlns:a16="http://schemas.microsoft.com/office/drawing/2014/main" id="{766D0823-3DF2-4726-959B-3FB9C0477D69}"/>
              </a:ext>
            </a:extLst>
          </p:cNvPr>
          <p:cNvSpPr>
            <a:spLocks xmlns:a="http://schemas.openxmlformats.org/drawingml/2006/main" noGrp="1"/>
          </p:cNvSpPr>
          <p:nvPr/>
        </p:nvSpPr>
        <p:spPr>
          <a:xfrm xmlns:a="http://schemas.openxmlformats.org/drawingml/2006/main">
            <a:off x="9334500" y="2181225"/>
            <a:ext cx="2190750" cy="2152650"/>
          </a:xfrm>
          <a:prstGeom xmlns:a="http://schemas.openxmlformats.org/drawingml/2006/main" prst="roundRect">
            <a:avLst>
              <a:gd name="adj" fmla="val 3540"/>
            </a:avLst>
          </a:prstGeom>
          <a:solidFill xmlns:a="http://schemas.openxmlformats.org/drawingml/2006/main">
            <a:srgbClr val="E9F2F0"/>
          </a:solidFill>
          <a:ln xmlns:a="http://schemas.openxmlformats.org/drawingml/2006/main" w="9525">
            <a:solidFill>
              <a:srgbClr val="C9D1DD"/>
            </a:solidFill>
            <a:prstDash val="solid"/>
          </a:ln>
        </p:spPr>
        <p:txBody>
          <a:bodyPr xmlns:a="http://schemas.openxmlformats.org/drawingml/2006/main" anchor="ctr">
            <a:noAutofit/>
          </a:bodyPr>
          <a:lstStyle xmlns:a="http://schemas.openxmlformats.org/drawingml/2006/main"/>
          <a:p xmlns:a="http://schemas.openxmlformats.org/drawingml/2006/main">
            <a:pPr algn="ctr">
              <a:defRPr sz="1875">
                <a:solidFill>
                  <a:srgbClr val="12312E"/>
                </a:solidFill>
                <a:latin typeface="Pretendard"/>
                <a:ea typeface="Pretendard"/>
                <a:cs typeface="Pretendard"/>
              </a:defRPr>
            </a:pPr>
            <a:r>
              <a:rPr sz="1875">
                <a:solidFill>
                  <a:srgbClr val="12312E"/>
                </a:solidFill>
                <a:latin typeface="Pretendard"/>
                <a:ea typeface="Pretendard"/>
                <a:cs typeface="Pretendard"/>
              </a:rPr>
              <a:t>연구자 판단</a:t>
            </a:r>
          </a:p>
          <a:p xmlns:a="http://schemas.openxmlformats.org/drawingml/2006/main">
            <a:r>
              <a:t/>
            </a:r>
          </a:p>
          <a:p xmlns:a="http://schemas.openxmlformats.org/drawingml/2006/main">
            <a:pPr algn="ctr">
              <a:defRPr sz="1875">
                <a:solidFill>
                  <a:srgbClr val="12312E"/>
                </a:solidFill>
                <a:latin typeface="Pretendard"/>
                <a:ea typeface="Pretendard"/>
                <a:cs typeface="Pretendard"/>
              </a:defRPr>
            </a:pPr>
            <a:r>
              <a:rPr sz="1875">
                <a:solidFill>
                  <a:srgbClr val="12312E"/>
                </a:solidFill>
                <a:latin typeface="Pretendard"/>
                <a:ea typeface="Pretendard"/>
                <a:cs typeface="Pretendard"/>
              </a:rPr>
              <a:t>보류 또는 직접 확인</a:t>
            </a:r>
          </a:p>
          <a:p xmlns:a="http://schemas.openxmlformats.org/drawingml/2006/main">
            <a:pPr algn="ctr">
              <a:defRPr sz="1875">
                <a:solidFill>
                  <a:srgbClr val="12312E"/>
                </a:solidFill>
                <a:latin typeface="Pretendard"/>
                <a:ea typeface="Pretendard"/>
                <a:cs typeface="Pretendard"/>
              </a:defRPr>
            </a:pPr>
            <a:r>
              <a:rPr sz="1875">
                <a:solidFill>
                  <a:srgbClr val="12312E"/>
                </a:solidFill>
                <a:latin typeface="Pretendard"/>
                <a:ea typeface="Pretendard"/>
                <a:cs typeface="Pretendard"/>
              </a:rPr>
              <a:t>검산 보고서</a:t>
            </a:r>
          </a:p>
        </p:txBody>
      </p:sp>
      <p:sp>
        <p:nvSpPr>
          <p:cNvPr id="10" name="">
            <a:extLst xmlns:a="http://schemas.openxmlformats.org/drawingml/2006/main">
              <a:ext uri="{FF2B5EF4-FFF2-40B4-BE49-F238E27FC236}">
                <a16:creationId xmlns:a16="http://schemas.microsoft.com/office/drawing/2014/main" id="{F74B8366-326F-4262-BFF9-108F7D25260F}"/>
              </a:ext>
            </a:extLst>
          </p:cNvPr>
          <p:cNvSpPr>
            <a:spLocks xmlns:a="http://schemas.openxmlformats.org/drawingml/2006/main" noGrp="1"/>
          </p:cNvSpPr>
          <p:nvPr/>
        </p:nvSpPr>
        <p:spPr>
          <a:xfrm xmlns:a="http://schemas.openxmlformats.org/drawingml/2006/main">
            <a:off x="2933700" y="3257550"/>
            <a:ext cx="52387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1" name="">
            <a:extLst xmlns:a="http://schemas.openxmlformats.org/drawingml/2006/main">
              <a:ext uri="{FF2B5EF4-FFF2-40B4-BE49-F238E27FC236}">
                <a16:creationId xmlns:a16="http://schemas.microsoft.com/office/drawing/2014/main" id="{A8F58ABB-945D-4101-A937-12C7FAE9CD51}"/>
              </a:ext>
            </a:extLst>
          </p:cNvPr>
          <p:cNvSpPr>
            <a:spLocks xmlns:a="http://schemas.openxmlformats.org/drawingml/2006/main" noGrp="1"/>
          </p:cNvSpPr>
          <p:nvPr/>
        </p:nvSpPr>
        <p:spPr>
          <a:xfrm xmlns:a="http://schemas.openxmlformats.org/drawingml/2006/main">
            <a:off x="5886450" y="3257550"/>
            <a:ext cx="52387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2" name="">
            <a:extLst xmlns:a="http://schemas.openxmlformats.org/drawingml/2006/main">
              <a:ext uri="{FF2B5EF4-FFF2-40B4-BE49-F238E27FC236}">
                <a16:creationId xmlns:a16="http://schemas.microsoft.com/office/drawing/2014/main" id="{6BBE8F5E-D8D0-44AA-8737-8E93EEEDFFA9}"/>
              </a:ext>
            </a:extLst>
          </p:cNvPr>
          <p:cNvSpPr>
            <a:spLocks xmlns:a="http://schemas.openxmlformats.org/drawingml/2006/main" noGrp="1"/>
          </p:cNvSpPr>
          <p:nvPr/>
        </p:nvSpPr>
        <p:spPr>
          <a:xfrm xmlns:a="http://schemas.openxmlformats.org/drawingml/2006/main">
            <a:off x="8791575" y="3257550"/>
            <a:ext cx="542925" cy="0"/>
          </a:xfrm>
          <a:prstGeom xmlns:a="http://schemas.openxmlformats.org/drawingml/2006/main" prst="line">
            <a:avLst/>
          </a:prstGeom>
          <a:noFill xmlns:a="http://schemas.openxmlformats.org/drawingml/2006/main"/>
          <a:ln xmlns:a="http://schemas.openxmlformats.org/drawingml/2006/main" w="9525">
            <a:solidFill>
              <a:srgbClr val="6B7482"/>
            </a:solidFill>
            <a:prstDash val="solid"/>
          </a:ln>
        </p:spPr>
      </p:sp>
      <p:sp>
        <p:nvSpPr>
          <p:cNvPr id="13" name="">
            <a:extLst xmlns:a="http://schemas.openxmlformats.org/drawingml/2006/main">
              <a:ext uri="{FF2B5EF4-FFF2-40B4-BE49-F238E27FC236}">
                <a16:creationId xmlns:a16="http://schemas.microsoft.com/office/drawing/2014/main" id="{BB6FE202-D46C-4578-9EA4-08C1A3AC9807}"/>
              </a:ext>
            </a:extLst>
          </p:cNvPr>
          <p:cNvSpPr>
            <a:spLocks xmlns:a="http://schemas.openxmlformats.org/drawingml/2006/main" noGrp="1"/>
          </p:cNvSpPr>
          <p:nvPr/>
        </p:nvSpPr>
        <p:spPr>
          <a:xfrm xmlns:a="http://schemas.openxmlformats.org/drawingml/2006/main">
            <a:off x="676275" y="181927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로컬 파일</a:t>
            </a:r>
          </a:p>
        </p:txBody>
      </p:sp>
      <p:sp>
        <p:nvSpPr>
          <p:cNvPr id="14" name="">
            <a:extLst xmlns:a="http://schemas.openxmlformats.org/drawingml/2006/main">
              <a:ext uri="{FF2B5EF4-FFF2-40B4-BE49-F238E27FC236}">
                <a16:creationId xmlns:a16="http://schemas.microsoft.com/office/drawing/2014/main" id="{00280FC8-9E44-4731-AB42-430D05ACC920}"/>
              </a:ext>
            </a:extLst>
          </p:cNvPr>
          <p:cNvSpPr>
            <a:spLocks xmlns:a="http://schemas.openxmlformats.org/drawingml/2006/main" noGrp="1"/>
          </p:cNvSpPr>
          <p:nvPr/>
        </p:nvSpPr>
        <p:spPr>
          <a:xfrm xmlns:a="http://schemas.openxmlformats.org/drawingml/2006/main">
            <a:off x="3457575" y="181927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0">
                <a:solidFill>
                  <a:srgbClr val="505DF2"/>
                </a:solidFill>
                <a:latin typeface="Pretendard"/>
                <a:ea typeface="Pretendard"/>
                <a:cs typeface="Pretendard"/>
              </a:defRPr>
            </a:pPr>
            <a:r>
              <a:rPr sz="1425" b="0">
                <a:solidFill>
                  <a:srgbClr val="505DF2"/>
                </a:solidFill>
                <a:latin typeface="Pretendard"/>
                <a:ea typeface="Pretendard"/>
                <a:cs typeface="Pretendard"/>
              </a:rPr>
              <a:t>외부 모델 · 선택 호출</a:t>
            </a:r>
          </a:p>
        </p:txBody>
      </p:sp>
      <p:sp>
        <p:nvSpPr>
          <p:cNvPr id="15" name="">
            <a:extLst xmlns:a="http://schemas.openxmlformats.org/drawingml/2006/main">
              <a:ext uri="{FF2B5EF4-FFF2-40B4-BE49-F238E27FC236}">
                <a16:creationId xmlns:a16="http://schemas.microsoft.com/office/drawing/2014/main" id="{DF286170-958B-4913-B0E6-9FF1E62ACBE2}"/>
              </a:ext>
            </a:extLst>
          </p:cNvPr>
          <p:cNvSpPr>
            <a:spLocks xmlns:a="http://schemas.openxmlformats.org/drawingml/2006/main" noGrp="1"/>
          </p:cNvSpPr>
          <p:nvPr/>
        </p:nvSpPr>
        <p:spPr>
          <a:xfrm xmlns:a="http://schemas.openxmlformats.org/drawingml/2006/main">
            <a:off x="6410325" y="18192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정해진 규칙으로 계산</a:t>
            </a:r>
          </a:p>
        </p:txBody>
      </p:sp>
      <p:sp>
        <p:nvSpPr>
          <p:cNvPr id="16" name="">
            <a:extLst xmlns:a="http://schemas.openxmlformats.org/drawingml/2006/main">
              <a:ext uri="{FF2B5EF4-FFF2-40B4-BE49-F238E27FC236}">
                <a16:creationId xmlns:a16="http://schemas.microsoft.com/office/drawing/2014/main" id="{D19AD57D-F160-486B-A17B-B18C31F2604C}"/>
              </a:ext>
            </a:extLst>
          </p:cNvPr>
          <p:cNvSpPr>
            <a:spLocks xmlns:a="http://schemas.openxmlformats.org/drawingml/2006/main" noGrp="1"/>
          </p:cNvSpPr>
          <p:nvPr/>
        </p:nvSpPr>
        <p:spPr>
          <a:xfrm xmlns:a="http://schemas.openxmlformats.org/drawingml/2006/main">
            <a:off x="9334500" y="181927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0">
                <a:solidFill>
                  <a:srgbClr val="28684E"/>
                </a:solidFill>
                <a:latin typeface="Pretendard"/>
                <a:ea typeface="Pretendard"/>
                <a:cs typeface="Pretendard"/>
              </a:defRPr>
            </a:pPr>
            <a:r>
              <a:rPr sz="1425" b="0">
                <a:solidFill>
                  <a:srgbClr val="28684E"/>
                </a:solidFill>
                <a:latin typeface="Pretendard"/>
                <a:ea typeface="Pretendard"/>
                <a:cs typeface="Pretendard"/>
              </a:rPr>
              <a:t>최종 책임 · 사람</a:t>
            </a:r>
          </a:p>
        </p:txBody>
      </p:sp>
      <p:sp>
        <p:nvSpPr>
          <p:cNvPr id="17" name="">
            <a:extLst xmlns:a="http://schemas.openxmlformats.org/drawingml/2006/main">
              <a:ext uri="{FF2B5EF4-FFF2-40B4-BE49-F238E27FC236}">
                <a16:creationId xmlns:a16="http://schemas.microsoft.com/office/drawing/2014/main" id="{8E894972-F603-49C3-9835-46E4C145BADC}"/>
              </a:ext>
            </a:extLst>
          </p:cNvPr>
          <p:cNvSpPr>
            <a:spLocks xmlns:a="http://schemas.openxmlformats.org/drawingml/2006/main" noGrp="1"/>
          </p:cNvSpPr>
          <p:nvPr/>
        </p:nvSpPr>
        <p:spPr>
          <a:xfrm xmlns:a="http://schemas.openxmlformats.org/drawingml/2006/main">
            <a:off x="676275" y="4848225"/>
            <a:ext cx="15430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650" b="1">
                <a:solidFill>
                  <a:srgbClr val="505DF2"/>
                </a:solidFill>
                <a:latin typeface="Pretendard"/>
                <a:ea typeface="Pretendard"/>
                <a:cs typeface="Pretendard"/>
              </a:defRPr>
            </a:pPr>
            <a:r>
              <a:rPr sz="4650" b="1">
                <a:solidFill>
                  <a:srgbClr val="505DF2"/>
                </a:solidFill>
                <a:latin typeface="Pretendard"/>
                <a:ea typeface="Pretendard"/>
                <a:cs typeface="Pretendard"/>
              </a:rPr>
              <a:t>1건</a:t>
            </a:r>
          </a:p>
        </p:txBody>
      </p:sp>
      <p:sp>
        <p:nvSpPr>
          <p:cNvPr id="18" name="">
            <a:extLst xmlns:a="http://schemas.openxmlformats.org/drawingml/2006/main">
              <a:ext uri="{FF2B5EF4-FFF2-40B4-BE49-F238E27FC236}">
                <a16:creationId xmlns:a16="http://schemas.microsoft.com/office/drawing/2014/main" id="{5AD41C72-3309-4C88-A78C-84760BD74AFA}"/>
              </a:ext>
            </a:extLst>
          </p:cNvPr>
          <p:cNvSpPr>
            <a:spLocks xmlns:a="http://schemas.openxmlformats.org/drawingml/2006/main" noGrp="1"/>
          </p:cNvSpPr>
          <p:nvPr/>
        </p:nvSpPr>
        <p:spPr>
          <a:xfrm xmlns:a="http://schemas.openxmlformats.org/drawingml/2006/main">
            <a:off x="2324100" y="4933950"/>
            <a:ext cx="5238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12312E"/>
                </a:solidFill>
                <a:latin typeface="Pretendard"/>
                <a:ea typeface="Pretendard"/>
                <a:cs typeface="Pretendard"/>
              </a:defRPr>
            </a:pPr>
            <a:r>
              <a:rPr sz="2025" b="0">
                <a:solidFill>
                  <a:srgbClr val="12312E"/>
                </a:solidFill>
                <a:latin typeface="Pretendard"/>
                <a:ea typeface="Pretendard"/>
                <a:cs typeface="Pretendard"/>
              </a:rPr>
              <a:t>실제 정상 사례 조건 추출 기록</a:t>
            </a:r>
          </a:p>
          <a:p xmlns:a="http://schemas.openxmlformats.org/drawingml/2006/main">
            <a:pPr algn="l">
              <a:lnSpc>
                <a:spcPct val="108000"/>
              </a:lnSpc>
              <a:buNone/>
              <a:defRPr sz="2025" b="0">
                <a:solidFill>
                  <a:srgbClr val="12312E"/>
                </a:solidFill>
                <a:latin typeface="Pretendard"/>
                <a:ea typeface="Pretendard"/>
                <a:cs typeface="Pretendard"/>
              </a:defRPr>
            </a:pPr>
            <a:r>
              <a:rPr sz="2025" b="0">
                <a:solidFill>
                  <a:srgbClr val="12312E"/>
                </a:solidFill>
                <a:latin typeface="Pretendard"/>
                <a:ea typeface="Pretendard"/>
                <a:cs typeface="Pretendard"/>
              </a:rPr>
              <a:t>사람 승인 대기</a:t>
            </a:r>
          </a:p>
        </p:txBody>
      </p:sp>
      <p:sp>
        <p:nvSpPr>
          <p:cNvPr id="19" name="">
            <a:extLst xmlns:a="http://schemas.openxmlformats.org/drawingml/2006/main">
              <a:ext uri="{FF2B5EF4-FFF2-40B4-BE49-F238E27FC236}">
                <a16:creationId xmlns:a16="http://schemas.microsoft.com/office/drawing/2014/main" id="{2CD8D8D5-F8CB-49B7-B41A-B3F3EDCDE654}"/>
              </a:ext>
            </a:extLst>
          </p:cNvPr>
          <p:cNvSpPr>
            <a:spLocks xmlns:a="http://schemas.openxmlformats.org/drawingml/2006/main" noGrp="1"/>
          </p:cNvSpPr>
          <p:nvPr/>
        </p:nvSpPr>
        <p:spPr>
          <a:xfrm xmlns:a="http://schemas.openxmlformats.org/drawingml/2006/main">
            <a:off x="8058150" y="4933950"/>
            <a:ext cx="3476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AI 비평 경로는 구현</a:t>
            </a:r>
          </a:p>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새 실제 두 단계 응답은 미확보</a:t>
            </a:r>
          </a:p>
        </p:txBody>
      </p:sp>
      <p:sp>
        <p:nvSpPr>
          <p:cNvPr id="20" name="">
            <a:extLst xmlns:a="http://schemas.openxmlformats.org/drawingml/2006/main">
              <a:ext uri="{FF2B5EF4-FFF2-40B4-BE49-F238E27FC236}">
                <a16:creationId xmlns:a16="http://schemas.microsoft.com/office/drawing/2014/main" id="{645ED054-66B7-4EF6-BE9C-EABC8D77DFC5}"/>
              </a:ext>
            </a:extLst>
          </p:cNvPr>
          <p:cNvSpPr>
            <a:spLocks xmlns:a="http://schemas.openxmlformats.org/drawingml/2006/main" noGrp="1"/>
          </p:cNvSpPr>
          <p:nvPr/>
        </p:nvSpPr>
        <p:spPr>
          <a:xfrm xmlns:a="http://schemas.openxmlformats.org/drawingml/2006/main">
            <a:off x="676275" y="5953125"/>
            <a:ext cx="1085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6B7482"/>
                </a:solidFill>
                <a:latin typeface="Pretendard"/>
                <a:ea typeface="Pretendard"/>
                <a:cs typeface="Pretendard"/>
              </a:defRPr>
            </a:pPr>
            <a:r>
              <a:rPr sz="1350" b="0">
                <a:solidFill>
                  <a:srgbClr val="6B7482"/>
                </a:solidFill>
                <a:latin typeface="Pretendard"/>
                <a:ea typeface="Pretendard"/>
                <a:cs typeface="Pretendard"/>
              </a:rPr>
              <a:t>원문·표 자료는 내 컴퓨터에서 검산 · 보고서는 파일 저장 · 팀 작업실 저장소는 별도</a:t>
            </a:r>
          </a:p>
        </p:txBody>
      </p:sp>
    </p:spTree>
    <p:extLst>
      <p:ext uri="{BB962C8B-B14F-4D97-AF65-F5344CB8AC3E}">
        <p14:creationId xmlns:p14="http://schemas.microsoft.com/office/powerpoint/2010/main" val="19038827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f5329b0802f43a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49FA0F-6907-40DF-B820-721AFF95A935}"/>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12312E"/>
                </a:solidFill>
                <a:latin typeface="Pretendard"/>
                <a:ea typeface="Pretendard"/>
                <a:cs typeface="Pretendard"/>
              </a:defRPr>
            </a:pPr>
            <a:r>
              <a:rPr sz="3450" b="1">
                <a:solidFill>
                  <a:srgbClr val="12312E"/>
                </a:solidFill>
                <a:latin typeface="Pretendard"/>
                <a:ea typeface="Pretendard"/>
                <a:cs typeface="Pretendard"/>
              </a:rPr>
              <a:t>실제 화면에서 검산하고, 저장한 결과를 다시 엽니다</a:t>
            </a:r>
          </a:p>
        </p:txBody>
      </p:sp>
      <p:sp>
        <p:nvSpPr>
          <p:cNvPr id="3" name="">
            <a:extLst xmlns:a="http://schemas.openxmlformats.org/drawingml/2006/main">
              <a:ext uri="{FF2B5EF4-FFF2-40B4-BE49-F238E27FC236}">
                <a16:creationId xmlns:a16="http://schemas.microsoft.com/office/drawing/2014/main" id="{AD40366E-EDFF-4C3E-927A-B964BBD8B3F5}"/>
              </a:ext>
            </a:extLst>
          </p:cNvPr>
          <p:cNvSpPr>
            <a:spLocks xmlns:a="http://schemas.openxmlformats.org/drawingml/2006/main" noGrp="1"/>
          </p:cNvSpPr>
          <p:nvPr/>
        </p:nvSpPr>
        <p:spPr>
          <a:xfrm xmlns:a="http://schemas.openxmlformats.org/drawingml/2006/main">
            <a:off x="628650" y="1200150"/>
            <a:ext cx="10934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로컬 조작 녹화 · 사례 선택 · 조건 검산 · 보고서 저장·재열기</a:t>
            </a:r>
          </a:p>
        </p:txBody>
      </p:sp>
      <p:sp>
        <p:nvSpPr>
          <p:cNvPr id="4" name="">
            <a:extLst xmlns:a="http://schemas.openxmlformats.org/drawingml/2006/main">
              <a:ext uri="{FF2B5EF4-FFF2-40B4-BE49-F238E27FC236}">
                <a16:creationId xmlns:a16="http://schemas.microsoft.com/office/drawing/2014/main" id="{B795C7F7-C85B-4686-B895-3628ABD87574}"/>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5" name="">
            <a:extLst xmlns:a="http://schemas.openxmlformats.org/drawingml/2006/main">
              <a:ext uri="{FF2B5EF4-FFF2-40B4-BE49-F238E27FC236}">
                <a16:creationId xmlns:a16="http://schemas.microsoft.com/office/drawing/2014/main" id="{FD8AE057-DCBE-4F3D-A4A5-15AC3DAC36B5}"/>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05</a:t>
            </a:r>
          </a:p>
        </p:txBody>
      </p:sp>
      <p:sp>
        <p:nvSpPr>
          <p:cNvPr id="6" name="">
            <a:extLst xmlns:a="http://schemas.openxmlformats.org/drawingml/2006/main">
              <a:ext uri="{FF2B5EF4-FFF2-40B4-BE49-F238E27FC236}">
                <a16:creationId xmlns:a16="http://schemas.microsoft.com/office/drawing/2014/main" id="{ECA85F06-E1E2-4318-8133-4F5AE927573B}"/>
              </a:ext>
            </a:extLst>
          </p:cNvPr>
          <p:cNvSpPr>
            <a:spLocks xmlns:a="http://schemas.openxmlformats.org/drawingml/2006/main" noGrp="1"/>
          </p:cNvSpPr>
          <p:nvPr/>
        </p:nvSpPr>
        <p:spPr>
          <a:xfrm xmlns:a="http://schemas.openxmlformats.org/drawingml/2006/main">
            <a:off x="647700" y="1933575"/>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12312E"/>
                </a:solidFill>
                <a:latin typeface="Pretendard"/>
                <a:ea typeface="Pretendard"/>
                <a:cs typeface="Pretendard"/>
              </a:defRPr>
            </a:pPr>
            <a:r>
              <a:rPr sz="2025" b="1">
                <a:solidFill>
                  <a:srgbClr val="12312E"/>
                </a:solidFill>
                <a:latin typeface="Pretendard"/>
                <a:ea typeface="Pretendard"/>
                <a:cs typeface="Pretendard"/>
              </a:rPr>
              <a:t>01  사례 선택</a:t>
            </a:r>
          </a:p>
        </p:txBody>
      </p:sp>
      <p:sp>
        <p:nvSpPr>
          <p:cNvPr id="7" name="">
            <a:extLst xmlns:a="http://schemas.openxmlformats.org/drawingml/2006/main">
              <a:ext uri="{FF2B5EF4-FFF2-40B4-BE49-F238E27FC236}">
                <a16:creationId xmlns:a16="http://schemas.microsoft.com/office/drawing/2014/main" id="{466139AA-2D46-4C9B-8C4B-2FF988EAA48A}"/>
              </a:ext>
            </a:extLst>
          </p:cNvPr>
          <p:cNvSpPr>
            <a:spLocks xmlns:a="http://schemas.openxmlformats.org/drawingml/2006/main" noGrp="1"/>
          </p:cNvSpPr>
          <p:nvPr/>
        </p:nvSpPr>
        <p:spPr>
          <a:xfrm xmlns:a="http://schemas.openxmlformats.org/drawingml/2006/main">
            <a:off x="4467225" y="1933575"/>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12312E"/>
                </a:solidFill>
                <a:latin typeface="Pretendard"/>
                <a:ea typeface="Pretendard"/>
                <a:cs typeface="Pretendard"/>
              </a:defRPr>
            </a:pPr>
            <a:r>
              <a:rPr sz="2025" b="1">
                <a:solidFill>
                  <a:srgbClr val="12312E"/>
                </a:solidFill>
                <a:latin typeface="Pretendard"/>
                <a:ea typeface="Pretendard"/>
                <a:cs typeface="Pretendard"/>
              </a:rPr>
              <a:t>02  조건 검산</a:t>
            </a:r>
          </a:p>
        </p:txBody>
      </p:sp>
      <p:sp>
        <p:nvSpPr>
          <p:cNvPr id="8" name="">
            <a:extLst xmlns:a="http://schemas.openxmlformats.org/drawingml/2006/main">
              <a:ext uri="{FF2B5EF4-FFF2-40B4-BE49-F238E27FC236}">
                <a16:creationId xmlns:a16="http://schemas.microsoft.com/office/drawing/2014/main" id="{58850D87-92F2-4781-AF89-E212BF396B84}"/>
              </a:ext>
            </a:extLst>
          </p:cNvPr>
          <p:cNvSpPr>
            <a:spLocks xmlns:a="http://schemas.openxmlformats.org/drawingml/2006/main" noGrp="1"/>
          </p:cNvSpPr>
          <p:nvPr/>
        </p:nvSpPr>
        <p:spPr>
          <a:xfrm xmlns:a="http://schemas.openxmlformats.org/drawingml/2006/main">
            <a:off x="8286750" y="1933575"/>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12312E"/>
                </a:solidFill>
                <a:latin typeface="Pretendard"/>
                <a:ea typeface="Pretendard"/>
                <a:cs typeface="Pretendard"/>
              </a:defRPr>
            </a:pPr>
            <a:r>
              <a:rPr sz="2025" b="1">
                <a:solidFill>
                  <a:srgbClr val="12312E"/>
                </a:solidFill>
                <a:latin typeface="Pretendard"/>
                <a:ea typeface="Pretendard"/>
                <a:cs typeface="Pretendard"/>
              </a:rPr>
              <a:t>03  저장·재열기</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d7027b1fa924ca8"/>
          <a:stretch xmlns:a="http://schemas.openxmlformats.org/drawingml/2006/main"/>
        </p:blipFill>
        <p:spPr>
          <a:xfrm xmlns:a="http://schemas.openxmlformats.org/drawingml/2006/main">
            <a:off x="647700" y="2909888"/>
            <a:ext cx="3276600" cy="2047875"/>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97e24ec9e994fc1"/>
          <a:stretch xmlns:a="http://schemas.openxmlformats.org/drawingml/2006/main"/>
        </p:blipFill>
        <p:spPr>
          <a:xfrm xmlns:a="http://schemas.openxmlformats.org/drawingml/2006/main">
            <a:off x="4467225" y="2918989"/>
            <a:ext cx="3276600" cy="2029672"/>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3ec20a36acd4776"/>
          <a:stretch xmlns:a="http://schemas.openxmlformats.org/drawingml/2006/main"/>
        </p:blipFill>
        <p:spPr>
          <a:xfrm xmlns:a="http://schemas.openxmlformats.org/drawingml/2006/main">
            <a:off x="8286750" y="2591329"/>
            <a:ext cx="3276600" cy="2684992"/>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A67121C-395B-49E5-8583-EE64EBCCFCBD}"/>
              </a:ext>
            </a:extLst>
          </p:cNvPr>
          <p:cNvSpPr>
            <a:spLocks xmlns:a="http://schemas.openxmlformats.org/drawingml/2006/main" noGrp="1"/>
          </p:cNvSpPr>
          <p:nvPr/>
        </p:nvSpPr>
        <p:spPr>
          <a:xfrm xmlns:a="http://schemas.openxmlformats.org/drawingml/2006/main">
            <a:off x="647700" y="5572125"/>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B7482"/>
                </a:solidFill>
                <a:latin typeface="Pretendard"/>
                <a:ea typeface="Pretendard"/>
                <a:cs typeface="Pretendard"/>
              </a:defRPr>
            </a:pPr>
            <a:r>
              <a:rPr sz="1725" b="0">
                <a:solidFill>
                  <a:srgbClr val="6B7482"/>
                </a:solidFill>
                <a:latin typeface="Pretendard"/>
                <a:ea typeface="Pretendard"/>
                <a:cs typeface="Pretendard"/>
              </a:rPr>
              <a:t>원문과 조건을 확인</a:t>
            </a:r>
          </a:p>
        </p:txBody>
      </p:sp>
      <p:sp>
        <p:nvSpPr>
          <p:cNvPr id="13" name="">
            <a:extLst xmlns:a="http://schemas.openxmlformats.org/drawingml/2006/main">
              <a:ext uri="{FF2B5EF4-FFF2-40B4-BE49-F238E27FC236}">
                <a16:creationId xmlns:a16="http://schemas.microsoft.com/office/drawing/2014/main" id="{7246990E-355B-4EAC-B4AA-D8A1DF7EEDEE}"/>
              </a:ext>
            </a:extLst>
          </p:cNvPr>
          <p:cNvSpPr>
            <a:spLocks xmlns:a="http://schemas.openxmlformats.org/drawingml/2006/main" noGrp="1"/>
          </p:cNvSpPr>
          <p:nvPr/>
        </p:nvSpPr>
        <p:spPr>
          <a:xfrm xmlns:a="http://schemas.openxmlformats.org/drawingml/2006/main">
            <a:off x="4467225" y="5572125"/>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B7482"/>
                </a:solidFill>
                <a:latin typeface="Pretendard"/>
                <a:ea typeface="Pretendard"/>
                <a:cs typeface="Pretendard"/>
              </a:defRPr>
            </a:pPr>
            <a:r>
              <a:rPr sz="1725" b="0">
                <a:solidFill>
                  <a:srgbClr val="6B7482"/>
                </a:solidFill>
                <a:latin typeface="Pretendard"/>
                <a:ea typeface="Pretendard"/>
                <a:cs typeface="Pretendard"/>
              </a:rPr>
              <a:t>53명 · 보고값 49.32세</a:t>
            </a:r>
          </a:p>
        </p:txBody>
      </p:sp>
      <p:sp>
        <p:nvSpPr>
          <p:cNvPr id="14" name="">
            <a:extLst xmlns:a="http://schemas.openxmlformats.org/drawingml/2006/main">
              <a:ext uri="{FF2B5EF4-FFF2-40B4-BE49-F238E27FC236}">
                <a16:creationId xmlns:a16="http://schemas.microsoft.com/office/drawing/2014/main" id="{F2ED2C39-28CA-4B6B-B816-C23256D846B8}"/>
              </a:ext>
            </a:extLst>
          </p:cNvPr>
          <p:cNvSpPr>
            <a:spLocks xmlns:a="http://schemas.openxmlformats.org/drawingml/2006/main" noGrp="1"/>
          </p:cNvSpPr>
          <p:nvPr/>
        </p:nvSpPr>
        <p:spPr>
          <a:xfrm xmlns:a="http://schemas.openxmlformats.org/drawingml/2006/main">
            <a:off x="8286750" y="5572125"/>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B7482"/>
                </a:solidFill>
                <a:latin typeface="Pretendard"/>
                <a:ea typeface="Pretendard"/>
                <a:cs typeface="Pretendard"/>
              </a:defRPr>
            </a:pPr>
            <a:r>
              <a:rPr sz="1725" b="0">
                <a:solidFill>
                  <a:srgbClr val="6B7482"/>
                </a:solidFill>
                <a:latin typeface="Pretendard"/>
                <a:ea typeface="Pretendard"/>
                <a:cs typeface="Pretendard"/>
              </a:rPr>
              <a:t>현재 자료와 결속 확인</a:t>
            </a:r>
          </a:p>
        </p:txBody>
      </p:sp>
      <p:sp>
        <p:nvSpPr>
          <p:cNvPr id="15" name="">
            <a:extLst xmlns:a="http://schemas.openxmlformats.org/drawingml/2006/main">
              <a:ext uri="{FF2B5EF4-FFF2-40B4-BE49-F238E27FC236}">
                <a16:creationId xmlns:a16="http://schemas.microsoft.com/office/drawing/2014/main" id="{1FDBA3CC-EB6F-403E-87F3-1AE44DD86FF8}"/>
              </a:ext>
            </a:extLst>
          </p:cNvPr>
          <p:cNvSpPr>
            <a:spLocks xmlns:a="http://schemas.openxmlformats.org/drawingml/2006/main" noGrp="1"/>
          </p:cNvSpPr>
          <p:nvPr/>
        </p:nvSpPr>
        <p:spPr>
          <a:xfrm xmlns:a="http://schemas.openxmlformats.org/drawingml/2006/main">
            <a:off x="666750" y="6038850"/>
            <a:ext cx="10839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6B7482"/>
                </a:solidFill>
                <a:latin typeface="Pretendard"/>
                <a:ea typeface="Pretendard"/>
                <a:cs typeface="Pretendard"/>
              </a:defRPr>
            </a:pPr>
            <a:r>
              <a:rPr sz="1350" b="0">
                <a:solidFill>
                  <a:srgbClr val="6B7482"/>
                </a:solidFill>
                <a:latin typeface="Pretendard"/>
                <a:ea typeface="Pretendard"/>
                <a:cs typeface="Pretendard"/>
              </a:rPr>
              <a:t>이 녹화는 수동 검산입니다. 실제 AI 실행·사람 승인 완료를 뜻하지 않습니다.</a:t>
            </a:r>
          </a:p>
        </p:txBody>
      </p:sp>
    </p:spTree>
    <p:extLst>
      <p:ext uri="{BB962C8B-B14F-4D97-AF65-F5344CB8AC3E}">
        <p14:creationId xmlns:p14="http://schemas.microsoft.com/office/powerpoint/2010/main" val="4249372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75dd4525e8645f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A3A7570-AC09-4A76-A852-C3315ED57453}"/>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12312E"/>
                </a:solidFill>
                <a:latin typeface="Pretendard"/>
                <a:ea typeface="Pretendard"/>
                <a:cs typeface="Pretendard"/>
              </a:defRPr>
            </a:pPr>
            <a:r>
              <a:rPr sz="3450" b="1">
                <a:solidFill>
                  <a:srgbClr val="12312E"/>
                </a:solidFill>
                <a:latin typeface="Pretendard"/>
                <a:ea typeface="Pretendard"/>
                <a:cs typeface="Pretendard"/>
              </a:rPr>
              <a:t>등록한 8사례에서, 일치·불일치·보류를 구분했습니다</a:t>
            </a:r>
          </a:p>
        </p:txBody>
      </p:sp>
      <p:sp>
        <p:nvSpPr>
          <p:cNvPr id="3" name="">
            <a:extLst xmlns:a="http://schemas.openxmlformats.org/drawingml/2006/main">
              <a:ext uri="{FF2B5EF4-FFF2-40B4-BE49-F238E27FC236}">
                <a16:creationId xmlns:a16="http://schemas.microsoft.com/office/drawing/2014/main" id="{C98816CD-7C72-4318-AB59-67D120306F45}"/>
              </a:ext>
            </a:extLst>
          </p:cNvPr>
          <p:cNvSpPr>
            <a:spLocks xmlns:a="http://schemas.openxmlformats.org/drawingml/2006/main" noGrp="1"/>
          </p:cNvSpPr>
          <p:nvPr/>
        </p:nvSpPr>
        <p:spPr>
          <a:xfrm xmlns:a="http://schemas.openxmlformats.org/drawingml/2006/main">
            <a:off x="628650" y="1200150"/>
            <a:ext cx="10934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B7482"/>
                </a:solidFill>
                <a:latin typeface="Pretendard"/>
                <a:ea typeface="Pretendard"/>
                <a:cs typeface="Pretendard"/>
              </a:defRPr>
            </a:pPr>
            <a:r>
              <a:rPr sz="1800" b="0">
                <a:solidFill>
                  <a:srgbClr val="6B7482"/>
                </a:solidFill>
                <a:latin typeface="Pretendard"/>
                <a:ea typeface="Pretendard"/>
                <a:cs typeface="Pretendard"/>
              </a:rPr>
              <a:t>정상·계산 불일치·근거 부족·자료 변경을 각 2건씩 사전 고정</a:t>
            </a:r>
          </a:p>
        </p:txBody>
      </p:sp>
      <p:sp>
        <p:nvSpPr>
          <p:cNvPr id="4" name="">
            <a:extLst xmlns:a="http://schemas.openxmlformats.org/drawingml/2006/main">
              <a:ext uri="{FF2B5EF4-FFF2-40B4-BE49-F238E27FC236}">
                <a16:creationId xmlns:a16="http://schemas.microsoft.com/office/drawing/2014/main" id="{D8DD153F-B57D-4064-B4EB-8E680292CBA9}"/>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5" name="">
            <a:extLst xmlns:a="http://schemas.openxmlformats.org/drawingml/2006/main">
              <a:ext uri="{FF2B5EF4-FFF2-40B4-BE49-F238E27FC236}">
                <a16:creationId xmlns:a16="http://schemas.microsoft.com/office/drawing/2014/main" id="{B4741629-24F3-4912-8C5F-7244824DC3C3}"/>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06</a:t>
            </a:r>
          </a:p>
        </p:txBody>
      </p:sp>
      <p:sp>
        <p:nvSpPr>
          <p:cNvPr id="6" name="">
            <a:extLst xmlns:a="http://schemas.openxmlformats.org/drawingml/2006/main">
              <a:ext uri="{FF2B5EF4-FFF2-40B4-BE49-F238E27FC236}">
                <a16:creationId xmlns:a16="http://schemas.microsoft.com/office/drawing/2014/main" id="{A8DEB233-2796-4CBC-A344-26F09F04BC15}"/>
              </a:ext>
            </a:extLst>
          </p:cNvPr>
          <p:cNvSpPr>
            <a:spLocks xmlns:a="http://schemas.openxmlformats.org/drawingml/2006/main" noGrp="1"/>
          </p:cNvSpPr>
          <p:nvPr/>
        </p:nvSpPr>
        <p:spPr>
          <a:xfrm xmlns:a="http://schemas.openxmlformats.org/drawingml/2006/main">
            <a:off x="657225" y="2105025"/>
            <a:ext cx="3676650"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8400" b="1">
                <a:solidFill>
                  <a:srgbClr val="505DF2"/>
                </a:solidFill>
                <a:latin typeface="Pretendard"/>
                <a:ea typeface="Pretendard"/>
                <a:cs typeface="Pretendard"/>
              </a:defRPr>
            </a:pPr>
            <a:r>
              <a:rPr sz="8400" b="1">
                <a:solidFill>
                  <a:srgbClr val="505DF2"/>
                </a:solidFill>
                <a:latin typeface="Pretendard"/>
                <a:ea typeface="Pretendard"/>
                <a:cs typeface="Pretendard"/>
              </a:rPr>
              <a:t>8/8</a:t>
            </a:r>
          </a:p>
        </p:txBody>
      </p:sp>
      <p:sp>
        <p:nvSpPr>
          <p:cNvPr id="7" name="">
            <a:extLst xmlns:a="http://schemas.openxmlformats.org/drawingml/2006/main">
              <a:ext uri="{FF2B5EF4-FFF2-40B4-BE49-F238E27FC236}">
                <a16:creationId xmlns:a16="http://schemas.microsoft.com/office/drawing/2014/main" id="{3A35248D-5153-46C5-B030-6C37867366C1}"/>
              </a:ext>
            </a:extLst>
          </p:cNvPr>
          <p:cNvSpPr>
            <a:spLocks xmlns:a="http://schemas.openxmlformats.org/drawingml/2006/main" noGrp="1"/>
          </p:cNvSpPr>
          <p:nvPr/>
        </p:nvSpPr>
        <p:spPr>
          <a:xfrm xmlns:a="http://schemas.openxmlformats.org/drawingml/2006/main">
            <a:off x="695325" y="3638550"/>
            <a:ext cx="34956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12312E"/>
                </a:solidFill>
                <a:latin typeface="Pretendard"/>
                <a:ea typeface="Pretendard"/>
                <a:cs typeface="Pretendard"/>
              </a:defRPr>
            </a:pPr>
            <a:r>
              <a:rPr sz="2025" b="1">
                <a:solidFill>
                  <a:srgbClr val="12312E"/>
                </a:solidFill>
                <a:latin typeface="Pretendard"/>
                <a:ea typeface="Pretendard"/>
                <a:cs typeface="Pretendard"/>
              </a:rPr>
              <a:t>사전 등록 판정과 일치</a:t>
            </a:r>
          </a:p>
          <a:p xmlns:a="http://schemas.openxmlformats.org/drawingml/2006/main">
            <a:pPr algn="l">
              <a:lnSpc>
                <a:spcPct val="108000"/>
              </a:lnSpc>
              <a:buNone/>
              <a:defRPr sz="2025" b="1">
                <a:solidFill>
                  <a:srgbClr val="12312E"/>
                </a:solidFill>
                <a:latin typeface="Pretendard"/>
                <a:ea typeface="Pretendard"/>
                <a:cs typeface="Pretendard"/>
              </a:defRPr>
            </a:pPr>
            <a:r>
              <a:rPr sz="2025" b="1">
                <a:solidFill>
                  <a:srgbClr val="12312E"/>
                </a:solidFill>
                <a:latin typeface="Pretendard"/>
                <a:ea typeface="Pretendard"/>
                <a:cs typeface="Pretendard"/>
              </a:rPr>
              <a:t>일반 정확도 아님</a:t>
            </a:r>
          </a:p>
        </p:txBody>
      </p:sp>
      <p:sp>
        <p:nvSpPr>
          <p:cNvPr id="8" name="">
            <a:extLst xmlns:a="http://schemas.openxmlformats.org/drawingml/2006/main">
              <a:ext uri="{FF2B5EF4-FFF2-40B4-BE49-F238E27FC236}">
                <a16:creationId xmlns:a16="http://schemas.microsoft.com/office/drawing/2014/main" id="{E60BAE91-3051-4E85-8BEB-12DEA20CECEF}"/>
              </a:ext>
            </a:extLst>
          </p:cNvPr>
          <p:cNvSpPr>
            <a:spLocks xmlns:a="http://schemas.openxmlformats.org/drawingml/2006/main" noGrp="1"/>
          </p:cNvSpPr>
          <p:nvPr/>
        </p:nvSpPr>
        <p:spPr>
          <a:xfrm xmlns:a="http://schemas.openxmlformats.org/drawingml/2006/main">
            <a:off x="723900" y="4772025"/>
            <a:ext cx="3381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6B7482"/>
                </a:solidFill>
                <a:latin typeface="Pretendard"/>
                <a:ea typeface="Pretendard"/>
                <a:cs typeface="Pretendard"/>
              </a:defRPr>
            </a:pPr>
            <a:r>
              <a:rPr sz="2025" b="0">
                <a:solidFill>
                  <a:srgbClr val="6B7482"/>
                </a:solidFill>
                <a:latin typeface="Pretendard"/>
                <a:ea typeface="Pretendard"/>
                <a:cs typeface="Pretendard"/>
              </a:rPr>
              <a:t>변경 2건 모두</a:t>
            </a:r>
          </a:p>
          <a:p xmlns:a="http://schemas.openxmlformats.org/drawingml/2006/main">
            <a:pPr algn="l">
              <a:lnSpc>
                <a:spcPct val="108000"/>
              </a:lnSpc>
              <a:buNone/>
              <a:defRPr sz="2025" b="0">
                <a:solidFill>
                  <a:srgbClr val="6B7482"/>
                </a:solidFill>
                <a:latin typeface="Pretendard"/>
                <a:ea typeface="Pretendard"/>
                <a:cs typeface="Pretendard"/>
              </a:defRPr>
            </a:pPr>
            <a:r>
              <a:rPr sz="2025" b="0">
                <a:solidFill>
                  <a:srgbClr val="6B7482"/>
                </a:solidFill>
                <a:latin typeface="Pretendard"/>
                <a:ea typeface="Pretendard"/>
                <a:cs typeface="Pretendard"/>
              </a:rPr>
              <a:t>이전 결과 재사용 차단</a:t>
            </a:r>
          </a:p>
        </p:txBody>
      </p:sp>
      <p:graphicFrame>
        <p:nvGraphicFramePr>
          <p:cNvPr id="19" name="Chart"/>
          <p:cNvGraphicFramePr/>
          <p:nvPr/>
        </p:nvGraphicFramePr>
        <p:xfrm>
          <a:off xmlns:a="http://schemas.openxmlformats.org/drawingml/2006/main" x="4343400" y="1981200"/>
          <a:ext xmlns:a="http://schemas.openxmlformats.org/drawingml/2006/main" cx="7200900" cy="3695700"/>
        </p:xfrm>
        <a:graphic xmlns:a="http://schemas.openxmlformats.org/drawingml/2006/main">
          <a:graphicData uri="http://schemas.openxmlformats.org/drawingml/2006/chart">
            <c:chart xmlns:r="http://schemas.openxmlformats.org/officeDocument/2006/relationships" xmlns:c="http://schemas.openxmlformats.org/drawingml/2006/chart" r:id="R9c25127f7a6f4fc5"/>
          </a:graphicData>
        </a:graphic>
      </p:graphicFrame>
      <p:sp>
        <p:nvSpPr>
          <p:cNvPr id="10" name="">
            <a:extLst xmlns:a="http://schemas.openxmlformats.org/drawingml/2006/main">
              <a:ext uri="{FF2B5EF4-FFF2-40B4-BE49-F238E27FC236}">
                <a16:creationId xmlns:a16="http://schemas.microsoft.com/office/drawing/2014/main" id="{FE3CAAFF-8979-43B4-9562-6C4394D50BC6}"/>
              </a:ext>
            </a:extLst>
          </p:cNvPr>
          <p:cNvSpPr>
            <a:spLocks xmlns:a="http://schemas.openxmlformats.org/drawingml/2006/main" noGrp="1"/>
          </p:cNvSpPr>
          <p:nvPr/>
        </p:nvSpPr>
        <p:spPr>
          <a:xfrm xmlns:a="http://schemas.openxmlformats.org/drawingml/2006/main">
            <a:off x="704850" y="60483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6B7482"/>
                </a:solidFill>
                <a:latin typeface="Pretendard"/>
                <a:ea typeface="Pretendard"/>
                <a:cs typeface="Pretendard"/>
              </a:defRPr>
            </a:pPr>
            <a:r>
              <a:rPr sz="1350" b="0">
                <a:solidFill>
                  <a:srgbClr val="6B7482"/>
                </a:solidFill>
                <a:latin typeface="Pretendard"/>
                <a:ea typeface="Pretendard"/>
                <a:cs typeface="Pretendard"/>
              </a:rPr>
              <a:t>두 AI 비교 조건의 16건은 미실행 · 실제 논문 오류 발견 및 성능 우위와 구분</a:t>
            </a:r>
          </a:p>
        </p:txBody>
      </p:sp>
    </p:spTree>
    <p:extLst>
      <p:ext uri="{BB962C8B-B14F-4D97-AF65-F5344CB8AC3E}">
        <p14:creationId xmlns:p14="http://schemas.microsoft.com/office/powerpoint/2010/main" val="9908727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81eb9292ae34ca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1964D18-7D48-48BF-8721-49DC60E777A4}"/>
              </a:ext>
            </a:extLst>
          </p:cNvPr>
          <p:cNvSpPr>
            <a:spLocks xmlns:a="http://schemas.openxmlformats.org/drawingml/2006/main" noGrp="1"/>
          </p:cNvSpPr>
          <p:nvPr/>
        </p:nvSpPr>
        <p:spPr>
          <a:xfrm xmlns:a="http://schemas.openxmlformats.org/drawingml/2006/main">
            <a:off x="628650" y="64579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6B7482"/>
                </a:solidFill>
                <a:latin typeface="Pretendard"/>
                <a:ea typeface="Pretendard"/>
                <a:cs typeface="Pretendard"/>
              </a:defRPr>
            </a:pPr>
            <a:r>
              <a:rPr sz="1125" b="0">
                <a:solidFill>
                  <a:srgbClr val="6B7482"/>
                </a:solidFill>
                <a:latin typeface="Pretendard"/>
                <a:ea typeface="Pretendard"/>
                <a:cs typeface="Pretendard"/>
              </a:rPr>
              <a:t>근거관문 · NAIS 2026</a:t>
            </a:r>
          </a:p>
        </p:txBody>
      </p:sp>
      <p:sp>
        <p:nvSpPr>
          <p:cNvPr id="3" name="">
            <a:extLst xmlns:a="http://schemas.openxmlformats.org/drawingml/2006/main">
              <a:ext uri="{FF2B5EF4-FFF2-40B4-BE49-F238E27FC236}">
                <a16:creationId xmlns:a16="http://schemas.microsoft.com/office/drawing/2014/main" id="{7000EC85-E57C-4E85-AC70-8E1E21FE2800}"/>
              </a:ext>
            </a:extLst>
          </p:cNvPr>
          <p:cNvSpPr>
            <a:spLocks xmlns:a="http://schemas.openxmlformats.org/drawingml/2006/main" noGrp="1"/>
          </p:cNvSpPr>
          <p:nvPr/>
        </p:nvSpPr>
        <p:spPr>
          <a:xfrm xmlns:a="http://schemas.openxmlformats.org/drawingml/2006/main">
            <a:off x="10763250" y="641032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425" b="0">
                <a:solidFill>
                  <a:srgbClr val="6B7482"/>
                </a:solidFill>
                <a:latin typeface="Pretendard"/>
                <a:ea typeface="Pretendard"/>
                <a:cs typeface="Pretendard"/>
              </a:defRPr>
            </a:pPr>
            <a:r>
              <a:rPr sz="1425" b="0">
                <a:solidFill>
                  <a:srgbClr val="6B7482"/>
                </a:solidFill>
                <a:latin typeface="Pretendard"/>
                <a:ea typeface="Pretendard"/>
                <a:cs typeface="Pretendard"/>
              </a:rPr>
              <a:t>07</a:t>
            </a:r>
          </a:p>
        </p:txBody>
      </p:sp>
      <p:sp>
        <p:nvSpPr>
          <p:cNvPr id="4" name="">
            <a:extLst xmlns:a="http://schemas.openxmlformats.org/drawingml/2006/main">
              <a:ext uri="{FF2B5EF4-FFF2-40B4-BE49-F238E27FC236}">
                <a16:creationId xmlns:a16="http://schemas.microsoft.com/office/drawing/2014/main" id="{9DFC964A-DC9D-4AAA-821C-EE56F66D8054}"/>
              </a:ext>
            </a:extLst>
          </p:cNvPr>
          <p:cNvSpPr>
            <a:spLocks xmlns:a="http://schemas.openxmlformats.org/drawingml/2006/main" noGrp="1"/>
          </p:cNvSpPr>
          <p:nvPr/>
        </p:nvSpPr>
        <p:spPr>
          <a:xfrm xmlns:a="http://schemas.openxmlformats.org/drawingml/2006/main">
            <a:off x="685800" y="1428750"/>
            <a:ext cx="7343775" cy="2543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12312E"/>
                </a:solidFill>
                <a:latin typeface="Pretendard"/>
                <a:ea typeface="Pretendard"/>
                <a:cs typeface="Pretendard"/>
              </a:defRPr>
            </a:pPr>
            <a:r>
              <a:rPr sz="4500" b="1">
                <a:solidFill>
                  <a:srgbClr val="12312E"/>
                </a:solidFill>
                <a:latin typeface="Pretendard"/>
                <a:ea typeface="Pretendard"/>
                <a:cs typeface="Pretendard"/>
              </a:rPr>
              <a:t>자료가 바뀌면,</a:t>
            </a:r>
          </a:p>
          <a:p xmlns:a="http://schemas.openxmlformats.org/drawingml/2006/main">
            <a:pPr algn="l">
              <a:lnSpc>
                <a:spcPct val="108000"/>
              </a:lnSpc>
              <a:buNone/>
              <a:defRPr sz="4500" b="1">
                <a:solidFill>
                  <a:srgbClr val="12312E"/>
                </a:solidFill>
                <a:latin typeface="Pretendard"/>
                <a:ea typeface="Pretendard"/>
                <a:cs typeface="Pretendard"/>
              </a:defRPr>
            </a:pPr>
            <a:r>
              <a:rPr sz="4500" b="1">
                <a:solidFill>
                  <a:srgbClr val="12312E"/>
                </a:solidFill>
                <a:latin typeface="Pretendard"/>
                <a:ea typeface="Pretendard"/>
                <a:cs typeface="Pretendard"/>
              </a:rPr>
              <a:t>결론도 다시</a:t>
            </a:r>
          </a:p>
          <a:p xmlns:a="http://schemas.openxmlformats.org/drawingml/2006/main">
            <a:pPr algn="l">
              <a:lnSpc>
                <a:spcPct val="108000"/>
              </a:lnSpc>
              <a:buNone/>
              <a:defRPr sz="4500" b="1">
                <a:solidFill>
                  <a:srgbClr val="12312E"/>
                </a:solidFill>
                <a:latin typeface="Pretendard"/>
                <a:ea typeface="Pretendard"/>
                <a:cs typeface="Pretendard"/>
              </a:defRPr>
            </a:pPr>
            <a:r>
              <a:rPr sz="4500" b="1">
                <a:solidFill>
                  <a:srgbClr val="12312E"/>
                </a:solidFill>
                <a:latin typeface="Pretendard"/>
                <a:ea typeface="Pretendard"/>
                <a:cs typeface="Pretendard"/>
              </a:rPr>
              <a:t>확인해야 합니다</a:t>
            </a:r>
          </a:p>
        </p:txBody>
      </p:sp>
      <p:sp>
        <p:nvSpPr>
          <p:cNvPr id="5" name="">
            <a:extLst xmlns:a="http://schemas.openxmlformats.org/drawingml/2006/main">
              <a:ext uri="{FF2B5EF4-FFF2-40B4-BE49-F238E27FC236}">
                <a16:creationId xmlns:a16="http://schemas.microsoft.com/office/drawing/2014/main" id="{43099ED3-E53F-409E-BBBD-CA38AB2947AB}"/>
              </a:ext>
            </a:extLst>
          </p:cNvPr>
          <p:cNvSpPr>
            <a:spLocks xmlns:a="http://schemas.openxmlformats.org/drawingml/2006/main" noGrp="1"/>
          </p:cNvSpPr>
          <p:nvPr/>
        </p:nvSpPr>
        <p:spPr>
          <a:xfrm xmlns:a="http://schemas.openxmlformats.org/drawingml/2006/main">
            <a:off x="723900" y="4581525"/>
            <a:ext cx="723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6B7482"/>
                </a:solidFill>
                <a:latin typeface="Pretendard"/>
                <a:ea typeface="Pretendard"/>
                <a:cs typeface="Pretendard"/>
              </a:defRPr>
            </a:pPr>
            <a:r>
              <a:rPr sz="2175" b="0">
                <a:solidFill>
                  <a:srgbClr val="6B7482"/>
                </a:solidFill>
                <a:latin typeface="Pretendard"/>
                <a:ea typeface="Pretendard"/>
                <a:cs typeface="Pretendard"/>
              </a:rPr>
              <a:t>연구자가 다시 확인할 근거를 남기는 에이전트</a:t>
            </a:r>
          </a:p>
        </p:txBody>
      </p:sp>
      <p:sp>
        <p:nvSpPr>
          <p:cNvPr id="6" name="">
            <a:extLst xmlns:a="http://schemas.openxmlformats.org/drawingml/2006/main">
              <a:ext uri="{FF2B5EF4-FFF2-40B4-BE49-F238E27FC236}">
                <a16:creationId xmlns:a16="http://schemas.microsoft.com/office/drawing/2014/main" id="{B36E5A7E-FD93-4C00-BCCB-856DA811AF38}"/>
              </a:ext>
            </a:extLst>
          </p:cNvPr>
          <p:cNvSpPr>
            <a:spLocks xmlns:a="http://schemas.openxmlformats.org/drawingml/2006/main" noGrp="1"/>
          </p:cNvSpPr>
          <p:nvPr/>
        </p:nvSpPr>
        <p:spPr>
          <a:xfrm xmlns:a="http://schemas.openxmlformats.org/drawingml/2006/main">
            <a:off x="8410575" y="1724025"/>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505DF2"/>
                </a:solidFill>
                <a:latin typeface="Pretendard"/>
                <a:ea typeface="Pretendard"/>
                <a:cs typeface="Pretendard"/>
              </a:defRPr>
            </a:pPr>
            <a:r>
              <a:rPr sz="1500" b="1">
                <a:solidFill>
                  <a:srgbClr val="505DF2"/>
                </a:solidFill>
                <a:latin typeface="Pretendard"/>
                <a:ea typeface="Pretendard"/>
                <a:cs typeface="Pretendard"/>
              </a:rPr>
              <a:t>지금</a:t>
            </a:r>
          </a:p>
        </p:txBody>
      </p:sp>
      <p:sp>
        <p:nvSpPr>
          <p:cNvPr id="7" name="">
            <a:extLst xmlns:a="http://schemas.openxmlformats.org/drawingml/2006/main">
              <a:ext uri="{FF2B5EF4-FFF2-40B4-BE49-F238E27FC236}">
                <a16:creationId xmlns:a16="http://schemas.microsoft.com/office/drawing/2014/main" id="{CF5D8E87-3154-46E5-AD32-C55ED8360FEC}"/>
              </a:ext>
            </a:extLst>
          </p:cNvPr>
          <p:cNvSpPr>
            <a:spLocks xmlns:a="http://schemas.openxmlformats.org/drawingml/2006/main" noGrp="1"/>
          </p:cNvSpPr>
          <p:nvPr/>
        </p:nvSpPr>
        <p:spPr>
          <a:xfrm xmlns:a="http://schemas.openxmlformats.org/drawingml/2006/main">
            <a:off x="8410575" y="2124075"/>
            <a:ext cx="30765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12312E"/>
                </a:solidFill>
                <a:latin typeface="Pretendard"/>
                <a:ea typeface="Pretendard"/>
                <a:cs typeface="Pretendard"/>
              </a:defRPr>
            </a:pPr>
            <a:r>
              <a:rPr sz="2250" b="1">
                <a:solidFill>
                  <a:srgbClr val="12312E"/>
                </a:solidFill>
                <a:latin typeface="Pretendard"/>
                <a:ea typeface="Pretendard"/>
                <a:cs typeface="Pretendard"/>
              </a:rPr>
              <a:t>등록 사례 검산</a:t>
            </a:r>
          </a:p>
        </p:txBody>
      </p:sp>
      <p:sp>
        <p:nvSpPr>
          <p:cNvPr id="8" name="">
            <a:extLst xmlns:a="http://schemas.openxmlformats.org/drawingml/2006/main">
              <a:ext uri="{FF2B5EF4-FFF2-40B4-BE49-F238E27FC236}">
                <a16:creationId xmlns:a16="http://schemas.microsoft.com/office/drawing/2014/main" id="{26FD0045-039B-470C-890D-715C9359E58E}"/>
              </a:ext>
            </a:extLst>
          </p:cNvPr>
          <p:cNvSpPr>
            <a:spLocks xmlns:a="http://schemas.openxmlformats.org/drawingml/2006/main" noGrp="1"/>
          </p:cNvSpPr>
          <p:nvPr/>
        </p:nvSpPr>
        <p:spPr>
          <a:xfrm xmlns:a="http://schemas.openxmlformats.org/drawingml/2006/main">
            <a:off x="8410575" y="2686050"/>
            <a:ext cx="30575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6B7482"/>
                </a:solidFill>
                <a:latin typeface="Pretendard"/>
                <a:ea typeface="Pretendard"/>
                <a:cs typeface="Pretendard"/>
              </a:defRPr>
            </a:pPr>
            <a:r>
              <a:rPr sz="1575" b="0">
                <a:solidFill>
                  <a:srgbClr val="6B7482"/>
                </a:solidFill>
                <a:latin typeface="Pretendard"/>
                <a:ea typeface="Pretendard"/>
                <a:cs typeface="Pretendard"/>
              </a:rPr>
              <a:t>근거 연결 · 저장·재열기 · 변경 차단</a:t>
            </a:r>
          </a:p>
        </p:txBody>
      </p:sp>
      <p:sp>
        <p:nvSpPr>
          <p:cNvPr id="9" name="">
            <a:extLst xmlns:a="http://schemas.openxmlformats.org/drawingml/2006/main">
              <a:ext uri="{FF2B5EF4-FFF2-40B4-BE49-F238E27FC236}">
                <a16:creationId xmlns:a16="http://schemas.microsoft.com/office/drawing/2014/main" id="{E2785E6C-828D-4837-86CB-FCF7B4B35598}"/>
              </a:ext>
            </a:extLst>
          </p:cNvPr>
          <p:cNvSpPr>
            <a:spLocks xmlns:a="http://schemas.openxmlformats.org/drawingml/2006/main" noGrp="1"/>
          </p:cNvSpPr>
          <p:nvPr/>
        </p:nvSpPr>
        <p:spPr>
          <a:xfrm xmlns:a="http://schemas.openxmlformats.org/drawingml/2006/main">
            <a:off x="8410575" y="32766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505DF2"/>
                </a:solidFill>
                <a:latin typeface="Pretendard"/>
                <a:ea typeface="Pretendard"/>
                <a:cs typeface="Pretendard"/>
              </a:defRPr>
            </a:pPr>
            <a:r>
              <a:rPr sz="1500" b="1">
                <a:solidFill>
                  <a:srgbClr val="505DF2"/>
                </a:solidFill>
                <a:latin typeface="Pretendard"/>
                <a:ea typeface="Pretendard"/>
                <a:cs typeface="Pretendard"/>
              </a:rPr>
              <a:t>다음</a:t>
            </a:r>
          </a:p>
        </p:txBody>
      </p:sp>
      <p:sp>
        <p:nvSpPr>
          <p:cNvPr id="10" name="">
            <a:extLst xmlns:a="http://schemas.openxmlformats.org/drawingml/2006/main">
              <a:ext uri="{FF2B5EF4-FFF2-40B4-BE49-F238E27FC236}">
                <a16:creationId xmlns:a16="http://schemas.microsoft.com/office/drawing/2014/main" id="{C1987FBD-D109-4194-B350-C5CD41420F2E}"/>
              </a:ext>
            </a:extLst>
          </p:cNvPr>
          <p:cNvSpPr>
            <a:spLocks xmlns:a="http://schemas.openxmlformats.org/drawingml/2006/main" noGrp="1"/>
          </p:cNvSpPr>
          <p:nvPr/>
        </p:nvSpPr>
        <p:spPr>
          <a:xfrm xmlns:a="http://schemas.openxmlformats.org/drawingml/2006/main">
            <a:off x="8410575" y="3676650"/>
            <a:ext cx="30765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12312E"/>
                </a:solidFill>
                <a:latin typeface="Pretendard"/>
                <a:ea typeface="Pretendard"/>
                <a:cs typeface="Pretendard"/>
              </a:defRPr>
            </a:pPr>
            <a:r>
              <a:rPr sz="2250" b="1">
                <a:solidFill>
                  <a:srgbClr val="12312E"/>
                </a:solidFill>
                <a:latin typeface="Pretendard"/>
                <a:ea typeface="Pretendard"/>
                <a:cs typeface="Pretendard"/>
              </a:rPr>
              <a:t>동일 조건 AI 비교</a:t>
            </a:r>
          </a:p>
        </p:txBody>
      </p:sp>
      <p:sp>
        <p:nvSpPr>
          <p:cNvPr id="11" name="">
            <a:extLst xmlns:a="http://schemas.openxmlformats.org/drawingml/2006/main">
              <a:ext uri="{FF2B5EF4-FFF2-40B4-BE49-F238E27FC236}">
                <a16:creationId xmlns:a16="http://schemas.microsoft.com/office/drawing/2014/main" id="{A46FD9DC-B0AC-400E-81E4-7913ED9E6C31}"/>
              </a:ext>
            </a:extLst>
          </p:cNvPr>
          <p:cNvSpPr>
            <a:spLocks xmlns:a="http://schemas.openxmlformats.org/drawingml/2006/main" noGrp="1"/>
          </p:cNvSpPr>
          <p:nvPr/>
        </p:nvSpPr>
        <p:spPr>
          <a:xfrm xmlns:a="http://schemas.openxmlformats.org/drawingml/2006/main">
            <a:off x="8410575" y="4238625"/>
            <a:ext cx="30575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6B7482"/>
                </a:solidFill>
                <a:latin typeface="Pretendard"/>
                <a:ea typeface="Pretendard"/>
                <a:cs typeface="Pretendard"/>
              </a:defRPr>
            </a:pPr>
            <a:r>
              <a:rPr sz="1575" b="0">
                <a:solidFill>
                  <a:srgbClr val="6B7482"/>
                </a:solidFill>
                <a:latin typeface="Pretendard"/>
                <a:ea typeface="Pretendard"/>
                <a:cs typeface="Pretendard"/>
              </a:rPr>
              <a:t>같은 자료·도구·예산으로 검증</a:t>
            </a:r>
          </a:p>
        </p:txBody>
      </p:sp>
      <p:sp>
        <p:nvSpPr>
          <p:cNvPr id="12" name="">
            <a:extLst xmlns:a="http://schemas.openxmlformats.org/drawingml/2006/main">
              <a:ext uri="{FF2B5EF4-FFF2-40B4-BE49-F238E27FC236}">
                <a16:creationId xmlns:a16="http://schemas.microsoft.com/office/drawing/2014/main" id="{86A7161C-E632-42F4-A950-C781D8D16761}"/>
              </a:ext>
            </a:extLst>
          </p:cNvPr>
          <p:cNvSpPr>
            <a:spLocks xmlns:a="http://schemas.openxmlformats.org/drawingml/2006/main" noGrp="1"/>
          </p:cNvSpPr>
          <p:nvPr/>
        </p:nvSpPr>
        <p:spPr>
          <a:xfrm xmlns:a="http://schemas.openxmlformats.org/drawingml/2006/main">
            <a:off x="8410575" y="481965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505DF2"/>
                </a:solidFill>
                <a:latin typeface="Pretendard"/>
                <a:ea typeface="Pretendard"/>
                <a:cs typeface="Pretendard"/>
              </a:defRPr>
            </a:pPr>
            <a:r>
              <a:rPr sz="1500" b="1">
                <a:solidFill>
                  <a:srgbClr val="505DF2"/>
                </a:solidFill>
                <a:latin typeface="Pretendard"/>
                <a:ea typeface="Pretendard"/>
                <a:cs typeface="Pretendard"/>
              </a:rPr>
              <a:t>후속</a:t>
            </a:r>
          </a:p>
        </p:txBody>
      </p:sp>
      <p:sp>
        <p:nvSpPr>
          <p:cNvPr id="13" name="">
            <a:extLst xmlns:a="http://schemas.openxmlformats.org/drawingml/2006/main">
              <a:ext uri="{FF2B5EF4-FFF2-40B4-BE49-F238E27FC236}">
                <a16:creationId xmlns:a16="http://schemas.microsoft.com/office/drawing/2014/main" id="{7D4A5721-EAB2-492B-97F6-71849E8FCCCA}"/>
              </a:ext>
            </a:extLst>
          </p:cNvPr>
          <p:cNvSpPr>
            <a:spLocks xmlns:a="http://schemas.openxmlformats.org/drawingml/2006/main" noGrp="1"/>
          </p:cNvSpPr>
          <p:nvPr/>
        </p:nvSpPr>
        <p:spPr>
          <a:xfrm xmlns:a="http://schemas.openxmlformats.org/drawingml/2006/main">
            <a:off x="8410575" y="5219700"/>
            <a:ext cx="30765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12312E"/>
                </a:solidFill>
                <a:latin typeface="Pretendard"/>
                <a:ea typeface="Pretendard"/>
                <a:cs typeface="Pretendard"/>
              </a:defRPr>
            </a:pPr>
            <a:r>
              <a:rPr sz="2250" b="1">
                <a:solidFill>
                  <a:srgbClr val="12312E"/>
                </a:solidFill>
                <a:latin typeface="Pretendard"/>
                <a:ea typeface="Pretendard"/>
                <a:cs typeface="Pretendard"/>
              </a:rPr>
              <a:t>연구실·실증허브 연계</a:t>
            </a:r>
          </a:p>
        </p:txBody>
      </p:sp>
      <p:sp>
        <p:nvSpPr>
          <p:cNvPr id="14" name="">
            <a:extLst xmlns:a="http://schemas.openxmlformats.org/drawingml/2006/main">
              <a:ext uri="{FF2B5EF4-FFF2-40B4-BE49-F238E27FC236}">
                <a16:creationId xmlns:a16="http://schemas.microsoft.com/office/drawing/2014/main" id="{25A0054F-580C-43F5-AE10-A20E51F4CB03}"/>
              </a:ext>
            </a:extLst>
          </p:cNvPr>
          <p:cNvSpPr>
            <a:spLocks xmlns:a="http://schemas.openxmlformats.org/drawingml/2006/main" noGrp="1"/>
          </p:cNvSpPr>
          <p:nvPr/>
        </p:nvSpPr>
        <p:spPr>
          <a:xfrm xmlns:a="http://schemas.openxmlformats.org/drawingml/2006/main">
            <a:off x="8410575" y="5781675"/>
            <a:ext cx="30575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6B7482"/>
                </a:solidFill>
                <a:latin typeface="Pretendard"/>
                <a:ea typeface="Pretendard"/>
                <a:cs typeface="Pretendard"/>
              </a:defRPr>
            </a:pPr>
            <a:r>
              <a:rPr sz="1575" b="0">
                <a:solidFill>
                  <a:srgbClr val="6B7482"/>
                </a:solidFill>
                <a:latin typeface="Pretendard"/>
                <a:ea typeface="Pretendard"/>
                <a:cs typeface="Pretendard"/>
              </a:rPr>
              <a:t>독립 분야·기관 자료 연계</a:t>
            </a:r>
          </a:p>
          <a:p xmlns:a="http://schemas.openxmlformats.org/drawingml/2006/main">
            <a:pPr algn="l">
              <a:lnSpc>
                <a:spcPct val="108000"/>
              </a:lnSpc>
              <a:buNone/>
              <a:defRPr sz="1575" b="0">
                <a:solidFill>
                  <a:srgbClr val="6B7482"/>
                </a:solidFill>
                <a:latin typeface="Pretendard"/>
                <a:ea typeface="Pretendard"/>
                <a:cs typeface="Pretendard"/>
              </a:defRPr>
            </a:pPr>
            <a:r>
              <a:rPr sz="1575" b="0">
                <a:solidFill>
                  <a:srgbClr val="6B7482"/>
                </a:solidFill>
                <a:latin typeface="Pretendard"/>
                <a:ea typeface="Pretendard"/>
                <a:cs typeface="Pretendard"/>
              </a:rPr>
              <a:t>사용자 실증</a:t>
            </a:r>
          </a:p>
        </p:txBody>
      </p:sp>
      <p:sp>
        <p:nvSpPr>
          <p:cNvPr id="15" name="">
            <a:extLst xmlns:a="http://schemas.openxmlformats.org/drawingml/2006/main">
              <a:ext uri="{FF2B5EF4-FFF2-40B4-BE49-F238E27FC236}">
                <a16:creationId xmlns:a16="http://schemas.microsoft.com/office/drawing/2014/main" id="{78661B86-469D-4835-9345-A91F3F26E513}"/>
              </a:ext>
            </a:extLst>
          </p:cNvPr>
          <p:cNvSpPr>
            <a:spLocks xmlns:a="http://schemas.openxmlformats.org/drawingml/2006/main" noGrp="1"/>
          </p:cNvSpPr>
          <p:nvPr/>
        </p:nvSpPr>
        <p:spPr>
          <a:xfrm xmlns:a="http://schemas.openxmlformats.org/drawingml/2006/main">
            <a:off x="723900" y="5534025"/>
            <a:ext cx="7315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B7482"/>
                </a:solidFill>
                <a:latin typeface="Pretendard"/>
                <a:ea typeface="Pretendard"/>
                <a:cs typeface="Pretendard"/>
              </a:defRPr>
            </a:pPr>
            <a:r>
              <a:rPr sz="1725" b="0">
                <a:solidFill>
                  <a:srgbClr val="6B7482"/>
                </a:solidFill>
                <a:latin typeface="Pretendard"/>
                <a:ea typeface="Pretendard"/>
                <a:cs typeface="Pretendard"/>
              </a:rPr>
              <a:t>근거 부족은 보류 · 승인은 사람이 직접</a:t>
            </a:r>
          </a:p>
          <a:p xmlns:a="http://schemas.openxmlformats.org/drawingml/2006/main">
            <a:pPr algn="l">
              <a:lnSpc>
                <a:spcPct val="108000"/>
              </a:lnSpc>
              <a:buNone/>
              <a:defRPr sz="1725" b="0">
                <a:solidFill>
                  <a:srgbClr val="6B7482"/>
                </a:solidFill>
                <a:latin typeface="Pretendard"/>
                <a:ea typeface="Pretendard"/>
                <a:cs typeface="Pretendard"/>
              </a:defRPr>
            </a:pPr>
            <a:r>
              <a:rPr sz="1725" b="0">
                <a:solidFill>
                  <a:srgbClr val="6B7482"/>
                </a:solidFill>
                <a:latin typeface="Pretendard"/>
                <a:ea typeface="Pretendard"/>
                <a:cs typeface="Pretendard"/>
              </a:rPr>
              <a:t>개인정보 보호 · 실제·재생·미실행 구분</a:t>
            </a:r>
          </a:p>
        </p:txBody>
      </p:sp>
      <p:sp>
        <p:nvSpPr>
          <p:cNvPr id="16" name="">
            <a:extLst xmlns:a="http://schemas.openxmlformats.org/drawingml/2006/main">
              <a:ext uri="{FF2B5EF4-FFF2-40B4-BE49-F238E27FC236}">
                <a16:creationId xmlns:a16="http://schemas.microsoft.com/office/drawing/2014/main" id="{E244468B-FA01-467E-90FE-AF31E142074F}"/>
              </a:ext>
            </a:extLst>
          </p:cNvPr>
          <p:cNvSpPr>
            <a:spLocks xmlns:a="http://schemas.openxmlformats.org/drawingml/2006/main" noGrp="1"/>
          </p:cNvSpPr>
          <p:nvPr/>
        </p:nvSpPr>
        <p:spPr>
          <a:xfrm xmlns:a="http://schemas.openxmlformats.org/drawingml/2006/main">
            <a:off x="723900" y="6143625"/>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6B7482"/>
                </a:solidFill>
                <a:latin typeface="Pretendard"/>
                <a:ea typeface="Pretendard"/>
                <a:cs typeface="Pretendard"/>
              </a:defRPr>
            </a:pPr>
            <a:r>
              <a:rPr sz="1275" b="0">
                <a:solidFill>
                  <a:srgbClr val="6B7482"/>
                </a:solidFill>
                <a:latin typeface="Pretendard"/>
                <a:ea typeface="Pretendard"/>
                <a:cs typeface="Pretendard"/>
              </a:rPr>
              <a:t>등록 조건 밖의 수치·승인 경계는 추가 검증·보완이 필요합니다</a:t>
            </a:r>
          </a:p>
        </p:txBody>
      </p:sp>
    </p:spTree>
    <p:extLst>
      <p:ext uri="{BB962C8B-B14F-4D97-AF65-F5344CB8AC3E}">
        <p14:creationId xmlns:p14="http://schemas.microsoft.com/office/powerpoint/2010/main" val="367166319"/>
      </p:ext>
    </p:extLst>
  </p:cSld>
</p:sld>
</file>

<file path=ppt/theme/theme1.xml><?xml version="1.0" encoding="utf-8"?>
<a:theme xmlns:a="http://schemas.openxmlformats.org/drawingml/2006/main" name="ChatGPT">
  <a:themeElements>
    <a:clrScheme name="Evidence Gate Ice Blue">
      <a:dk1>
        <a:srgbClr val="101B25"/>
      </a:dk1>
      <a:lt1>
        <a:srgbClr val="FFFFFF"/>
      </a:lt1>
      <a:dk2>
        <a:srgbClr val="12312E"/>
      </a:dk2>
      <a:lt2>
        <a:srgbClr val="EDF1FF"/>
      </a:lt2>
      <a:accent1>
        <a:srgbClr val="505DF2"/>
      </a:accent1>
      <a:accent2>
        <a:srgbClr val="12312E"/>
      </a:accent2>
      <a:accent3>
        <a:srgbClr val="94A4F8"/>
      </a:accent3>
      <a:accent4>
        <a:srgbClr val="A36527"/>
      </a:accent4>
      <a:accent5>
        <a:srgbClr val="28684E"/>
      </a:accent5>
      <a:accent6>
        <a:srgbClr val="A3B0BC"/>
      </a:accent6>
      <a:hlink>
        <a:srgbClr val="505DF2"/>
      </a:hlink>
      <a:folHlink>
        <a:srgbClr val="7661A8"/>
      </a:folHlink>
    </a:clrScheme>
    <a:fontScheme name="Office">
      <a:majorFont>
        <a:latin typeface="Calibri Light"/>
        <a:ea typeface="Calibri Light"/>
        <a:cs typeface="Calibri Light"/>
      </a:majorFont>
      <a:minorFont>
        <a:latin typeface="Calibri"/>
        <a:ea typeface="Calibri"/>
        <a:cs typeface="Calibri"/>
      </a:minorFont>
    </a:fontScheme>
    <a:fmtScheme name="Evidence Gate Ice Blu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2026-09-30T21:35:09.3310000Z</dcterms:created>
  <dcterms:modified xsi:type="dcterms:W3CDTF">2026-09-30T21:35:09.3310000Z</dcterms:modified>
</coreProperties>
</file>