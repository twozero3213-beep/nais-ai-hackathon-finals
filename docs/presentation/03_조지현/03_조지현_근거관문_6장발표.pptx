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43d1643b5441e7" /><Relationship Type="http://schemas.openxmlformats.org/officeDocument/2006/relationships/extended-properties" Target="/docProps/app.xml" Id="Rd3c412cd880e4871" /><Relationship Type="http://schemas.openxmlformats.org/officeDocument/2006/relationships/officeDocument" Target="/ppt/presentation.xml" Id="R2dda6adbbd254bbb" /></Relationships>
</file>

<file path=ppt/presentation.xml><?xml version="1.0" encoding="utf-8"?>
<p:presentation xmlns:p="http://schemas.openxmlformats.org/presentationml/2006/main">
  <p:sldMasterIdLst>
    <p:sldMasterId xmlns:r="http://schemas.openxmlformats.org/officeDocument/2006/relationships" id="2147483648" r:id="Ra9d3286c5c214650"/>
  </p:sldMasterIdLst>
  <p:notesMasterIdLst>
    <p:notesMasterId xmlns:r="http://schemas.openxmlformats.org/officeDocument/2006/relationships" r:id="Ra13b9ed2e9d04a8d"/>
  </p:notesMasterIdLst>
  <p:sldIdLst>
    <p:sldId xmlns:r="http://schemas.openxmlformats.org/officeDocument/2006/relationships" id="256" r:id="Rb442107483e54c3c"/>
    <p:sldId xmlns:r="http://schemas.openxmlformats.org/officeDocument/2006/relationships" id="257" r:id="R96bbdc5f368a4e9f"/>
    <p:sldId xmlns:r="http://schemas.openxmlformats.org/officeDocument/2006/relationships" id="258" r:id="R63648edec3554b3a"/>
    <p:sldId xmlns:r="http://schemas.openxmlformats.org/officeDocument/2006/relationships" id="259" r:id="R6694a86556764741"/>
    <p:sldId xmlns:r="http://schemas.openxmlformats.org/officeDocument/2006/relationships" id="260" r:id="R23a07a833e014ad7"/>
    <p:sldId xmlns:r="http://schemas.openxmlformats.org/officeDocument/2006/relationships" id="261" r:id="Re76bdc6b4a9c49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ef314137754ef6" /><Relationship Type="http://schemas.openxmlformats.org/officeDocument/2006/relationships/slideMaster" Target="/ppt/slideMasters/slideMaster1.xml" Id="Ra9d3286c5c214650" /><Relationship Type="http://schemas.openxmlformats.org/officeDocument/2006/relationships/notesMaster" Target="/ppt/notesMasters/notesMaster1.xml" Id="Ra13b9ed2e9d04a8d" /><Relationship Type="http://schemas.openxmlformats.org/officeDocument/2006/relationships/presProps" Target="/ppt/presProps.xml" Id="R784e55fe49cb4f21" /><Relationship Type="http://schemas.openxmlformats.org/officeDocument/2006/relationships/tableStyles" Target="/ppt/tableStyles.xml" Id="R393b8ba1051f43ee" /><Relationship Type="http://schemas.openxmlformats.org/officeDocument/2006/relationships/slide" Target="/ppt/slides/slide1.xml" Id="Rb442107483e54c3c" /><Relationship Type="http://schemas.openxmlformats.org/officeDocument/2006/relationships/slide" Target="/ppt/slides/slide2.xml" Id="R96bbdc5f368a4e9f" /><Relationship Type="http://schemas.openxmlformats.org/officeDocument/2006/relationships/slide" Target="/ppt/slides/slide3.xml" Id="R63648edec3554b3a" /><Relationship Type="http://schemas.openxmlformats.org/officeDocument/2006/relationships/slide" Target="/ppt/slides/slide4.xml" Id="R6694a86556764741" /><Relationship Type="http://schemas.openxmlformats.org/officeDocument/2006/relationships/slide" Target="/ppt/slides/slide5.xml" Id="R23a07a833e014ad7" /><Relationship Type="http://schemas.openxmlformats.org/officeDocument/2006/relationships/slide" Target="/ppt/slides/slide6.xml" Id="Re76bdc6b4a9c49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ed29b3be6f4c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Evidence Gate Ice Blue">
      <a:dk1>
        <a:srgbClr val="101B25"/>
      </a:dk1>
      <a:lt1>
        <a:srgbClr val="FFFFFF"/>
      </a:lt1>
      <a:dk2>
        <a:srgbClr val="12312E"/>
      </a:dk2>
      <a:lt2>
        <a:srgbClr val="EDF1FF"/>
      </a:lt2>
      <a:accent1>
        <a:srgbClr val="505DF2"/>
      </a:accent1>
      <a:accent2>
        <a:srgbClr val="12312E"/>
      </a:accent2>
      <a:accent3>
        <a:srgbClr val="94A4F8"/>
      </a:accent3>
      <a:accent4>
        <a:srgbClr val="A36527"/>
      </a:accent4>
      <a:accent5>
        <a:srgbClr val="28684E"/>
      </a:accent5>
      <a:accent6>
        <a:srgbClr val="A3B0BC"/>
      </a:accent6>
      <a:hlink>
        <a:srgbClr val="505DF2"/>
      </a:hlink>
      <a:folHlink>
        <a:srgbClr val="7661A8"/>
      </a:folHlink>
    </a:clrScheme>
    <a:fontScheme name="Office">
      <a:majorFont>
        <a:latin typeface="Calibri Light"/>
        <a:ea typeface="Calibri Light"/>
        <a:cs typeface="Calibri Light"/>
      </a:majorFont>
      <a:minorFont>
        <a:latin typeface="Calibri"/>
        <a:ea typeface="Calibri"/>
        <a:cs typeface="Calibri"/>
      </a:minorFont>
    </a:fontScheme>
    <a:fmtScheme name="Evidence Gate Ice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c570ba590744d4" /><Relationship Type="http://schemas.openxmlformats.org/officeDocument/2006/relationships/notesMaster" Target="/ppt/notesMasters/notesMaster1.xml" Id="R54dc1ff85e2f40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8d622509394dcd" /><Relationship Type="http://schemas.openxmlformats.org/officeDocument/2006/relationships/notesMaster" Target="/ppt/notesMasters/notesMaster1.xml" Id="Ra2b02f85ed4942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f803bf2f234f2d" /><Relationship Type="http://schemas.openxmlformats.org/officeDocument/2006/relationships/notesMaster" Target="/ppt/notesMasters/notesMaster1.xml" Id="R6420c9e16bb049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65bbd40f0a4029" /><Relationship Type="http://schemas.openxmlformats.org/officeDocument/2006/relationships/notesMaster" Target="/ppt/notesMasters/notesMaster1.xml" Id="R1f31d2b7c6e040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e1b637220640d7" /><Relationship Type="http://schemas.openxmlformats.org/officeDocument/2006/relationships/notesMaster" Target="/ppt/notesMasters/notesMaster1.xml" Id="Ra9efa941155648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ddf707563b47f5" /><Relationship Type="http://schemas.openxmlformats.org/officeDocument/2006/relationships/notesMaster" Target="/ppt/notesMasters/notesMaster1.xml" Id="R7f689a0d274c43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연구 수치를 다시 확인하는 근거관문</a:t>
            </a:r>
          </a:p>
          <a:p xmlns:a="http://schemas.openxmlformats.org/drawingml/2006/main">
            <a:r>
              <a:t>발표 목표 25초 (미실측)</a:t>
            </a:r>
          </a:p>
          <a:p xmlns:a="http://schemas.openxmlformats.org/drawingml/2006/main">
            <a:r>
              <a:t>근거관문은 연구 보고서의 숫자가 어떤 원문과 자료, 분석 조건에서 나왔는지 연결하는 검증 도우미입니다. 자료가 바뀌면 이전 결과와 승인 재사용을 멈추고, 연구자가 다시 확인할 지점을 보여줍니다.</a:t>
            </a:r>
          </a:p>
          <a:p xmlns:a="http://schemas.openxmlformats.org/drawingml/2006/main">
            <a:r>
              <a:t/>
            </a:r>
          </a:p>
          <a:p xmlns:a="http://schemas.openxmlformats.org/drawingml/2006/main">
            <a:r>
              <a:t>출처</a:t>
            </a:r>
          </a:p>
          <a:p xmlns:a="http://schemas.openxmlformats.org/drawingml/2006/main">
            <a:r>
              <a:t>https://github.com/twozero3213-beep/nais-ai-hackathon-finals/blob/97929cf7f083568a98f3cc7b1105309904ba10e7/docs/3_조지현_우선순위구현_최종인계_20261001.md</a:t>
            </a:r>
          </a:p>
          <a:p xmlns:a="http://schemas.openxmlformats.org/drawingml/2006/main">
            <a:r>
              <a:t/>
            </a:r>
          </a:p>
          <a:p xmlns:a="http://schemas.openxmlformats.org/drawingml/2006/main">
            <a:r>
              <a:t>자료 기준 GitHub main 97929cf7f083568a98f3cc7b1105309904ba10e7. 정리 시각 2026-10-01 06:23:57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연구 프로세스와 사용자 흐름</a:t>
            </a:r>
          </a:p>
          <a:p xmlns:a="http://schemas.openxmlformats.org/drawingml/2006/main">
            <a:r>
              <a:t>발표 목표 50초 (미실측)</a:t>
            </a:r>
          </a:p>
          <a:p xmlns:a="http://schemas.openxmlformats.org/drawingml/2006/main">
            <a:r>
              <a:t>먼저 연구자가 주장과 원문, 자료를 등록합니다. AI가 조건을 제안하거나 사람이 수동으로 작성할 수 있습니다. 계산 엔진은 허용된 방식으로 수치를 다시 계산합니다. 연구자는 원문과 분석 조건을 직접 확인하고 판단합니다. 마지막으로 결과와 근거를 보고서로 저장하고 다시 엽니다. 근거 부족은 보류하고 자료 변경은 재확인합니다.</a:t>
            </a:r>
          </a:p>
          <a:p xmlns:a="http://schemas.openxmlformats.org/drawingml/2006/main">
            <a:r>
              <a:t/>
            </a:r>
          </a:p>
          <a:p xmlns:a="http://schemas.openxmlformats.org/drawingml/2006/main">
            <a:r>
              <a:t>출처</a:t>
            </a:r>
          </a:p>
          <a:p xmlns:a="http://schemas.openxmlformats.org/drawingml/2006/main">
            <a:r>
              <a:t>https://github.com/twozero3213-beep/nais-ai-hackathon-finals/blob/97929cf7f083568a98f3cc7b1105309904ba10e7/docs/0_이영_본선실행안.md</a:t>
            </a:r>
          </a:p>
          <a:p xmlns:a="http://schemas.openxmlformats.org/drawingml/2006/main">
            <a:r>
              <a:t>https://github.com/twozero3213-beep/nais-ai-hackathon-finals/blob/97929cf7f083568a98f3cc7b1105309904ba10e7/docs/3_조지현_우선순위구현_최종인계_20261001.md</a:t>
            </a:r>
          </a:p>
          <a:p xmlns:a="http://schemas.openxmlformats.org/drawingml/2006/main">
            <a:r>
              <a:t>안내문 6쪽 서비스 흐름도 요구: 연구 단계, AI 개입, 사용자 판단, 입력부터 출력까지 포함.</a:t>
            </a:r>
          </a:p>
          <a:p xmlns:a="http://schemas.openxmlformats.org/drawingml/2006/main">
            <a:r>
              <a:t>자료 기준 GitHub main 97929cf7f083568a98f3cc7b1105309904ba10e7. 정리 시각 2026-10-01 06:23:57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구성과 데이터 활용</a:t>
            </a:r>
          </a:p>
          <a:p xmlns:a="http://schemas.openxmlformats.org/drawingml/2006/main">
            <a:r>
              <a:t>발표 목표 55초 (미실측)</a:t>
            </a:r>
          </a:p>
          <a:p xmlns:a="http://schemas.openxmlformats.org/drawingml/2006/main">
            <a:r>
              <a:t>외부 OpenAI API는 제한된 입력에서 조건 후보를 반환합니다. 로컬 엔진이 형식과 원문 연결, 등록 조건을 대조하고 행 수와 평균을 재계산합니다. 결과가 같아도 최종 사람 승인은 별도입니다. 정상 사례 한 건의 실제 조건 추출 기록이 있으며 사람 승인은 대기입니다. 새 실제 AI 제안과 비평 두 단계의 완주나 일반 AI 대비 성능은 아직 확인하지 않았습니다. 로컬 자료와 파일 보고서, 별도 팀 작업실 저장소를 구분합니다.</a:t>
            </a:r>
          </a:p>
          <a:p xmlns:a="http://schemas.openxmlformats.org/drawingml/2006/main">
            <a:r>
              <a:t/>
            </a:r>
          </a:p>
          <a:p xmlns:a="http://schemas.openxmlformats.org/drawingml/2006/main">
            <a:r>
              <a:t>출처</a:t>
            </a:r>
          </a:p>
          <a:p xmlns:a="http://schemas.openxmlformats.org/drawingml/2006/main">
            <a:r>
              <a:t>https://github.com/twozero3213-beep/nais-ai-hackathon-finals/blob/97929cf7f083568a98f3cc7b1105309904ba10e7/docs/0_이영_OpenAI_실행확인.json</a:t>
            </a:r>
          </a:p>
          <a:p xmlns:a="http://schemas.openxmlformats.org/drawingml/2006/main">
            <a:r>
              <a:t>https://github.com/twozero3213-beep/nais-ai-hackathon-finals/blob/97929cf7f083568a98f3cc7b1105309904ba10e7/docs/3_조지현_우선순위구현_최종인계_20261001.md</a:t>
            </a:r>
          </a:p>
          <a:p xmlns:a="http://schemas.openxmlformats.org/drawingml/2006/main">
            <a:r>
              <a:t>https://github.com/twozero3213-beep/nais-ai-hackathon-finals/blob/97929cf7f083568a98f3cc7b1105309904ba10e7/README.md</a:t>
            </a:r>
          </a:p>
          <a:p xmlns:a="http://schemas.openxmlformats.org/drawingml/2006/main">
            <a:r>
              <a:t>정상 사례는 NORMAL-PENG-ROWS이며 봉인 C01 비교가 아님. 등록 여섯 조건을 모델에도 제공한 경로이므로 사전 조건 없는 신규 논문 추출 성능으로 확대하지 않음. MCP·RAG·멀티모달의 집중 시연 완료 주장 없음.</a:t>
            </a:r>
          </a:p>
          <a:p xmlns:a="http://schemas.openxmlformats.org/drawingml/2006/main">
            <a:r>
              <a:t>자료 기준 GitHub main 97929cf7f083568a98f3cc7b1105309904ba10e7. 정리 시각 2026-10-01 06:23:57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구현된 UI와 사용자 시연</a:t>
            </a:r>
          </a:p>
          <a:p xmlns:a="http://schemas.openxmlformats.org/drawingml/2006/main">
            <a:r>
              <a:t>발표 목표 80초 (미실측)</a:t>
            </a:r>
          </a:p>
          <a:p xmlns:a="http://schemas.openxmlformats.org/drawingml/2006/main">
            <a:r>
              <a:t>실제 로컬 브라우저 화면입니다. 메인에서 등록 사례와 후보 작성 방법을 선택합니다. BAT 사례는 53명의 평균 연령을 검산해 보고값 49.32세와 허용오차 내에서 일치했습니다. 이 시연은 수동 작성 경로입니다. 보고서를 내려받아 다시 열고 현재 입력과 연결되는지 확인합니다. 같은 녹화에서 한 행을 제거한 뒤 이전 결과 사용이 멈추는 것도 확인했습니다. 사람 승인 완료나 실제 AI 실행으로 설명하지 않습니다.</a:t>
            </a:r>
          </a:p>
          <a:p xmlns:a="http://schemas.openxmlformats.org/drawingml/2006/main">
            <a:r>
              <a:t/>
            </a:r>
          </a:p>
          <a:p xmlns:a="http://schemas.openxmlformats.org/drawingml/2006/main">
            <a:r>
              <a:t>출처</a:t>
            </a:r>
          </a:p>
          <a:p xmlns:a="http://schemas.openxmlformats.org/drawingml/2006/main">
            <a:r>
              <a:t>https://github.com/twozero3213-beep/nais-ai-hackathon-finals/blob/97929cf7f083568a98f3cc7b1105309904ba10e7/docs/3_조지현_우선순위구현_최종인계_20261001.md</a:t>
            </a:r>
          </a:p>
          <a:p xmlns:a="http://schemas.openxmlformats.org/drawingml/2006/main">
            <a:r>
              <a:t>https://github.com/twozero3213-beep/nais-ai-hackathon-finals/blob/97929cf7f083568a98f3cc7b1105309904ba10e7/docs/verification/3_local_browser_demo_latest_main_20261001.webm</a:t>
            </a:r>
          </a:p>
          <a:p xmlns:a="http://schemas.openxmlformats.org/drawingml/2006/main">
            <a:r>
              <a:t>출처: 사용자 로컬 3_조지현_최신코드_브라우저시연_20261001.webm, 1364×900, 12초. 본 장의 프레임은 1.5/4.5/7.5초 부근. BAT 대상과 원문 의미는 연구자의 별도 확인 대상.</a:t>
            </a:r>
          </a:p>
          <a:p xmlns:a="http://schemas.openxmlformats.org/drawingml/2006/main">
            <a:r>
              <a:t>자료 기준 GitHub main 97929cf7f083568a98f3cc7b1105309904ba10e7. 정리 시각 2026-10-01 06:23:57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8개 봉인 사례의 실제 로컬 결과</a:t>
            </a:r>
          </a:p>
          <a:p xmlns:a="http://schemas.openxmlformats.org/drawingml/2006/main">
            <a:r>
              <a:t>발표 목표 55초 (미실측)</a:t>
            </a:r>
          </a:p>
          <a:p xmlns:a="http://schemas.openxmlformats.org/drawingml/2006/main">
            <a:r>
              <a:t>정상 두 건, 계산 불일치 두 건, 근거 부족 두 건, 자료 변경 두 건을 사전에 등록했습니다. LLM 없는 로컬 경로에서 여덟 판정이 등록 기준과 일치했습니다. 정상 수치는 확인하고 불일치는 설명하며, 근거 부족과 자료 변경은 보류합니다. 일부는 합성 규칙 또는 통제 변형입니다. 이 8분의 8은 일반 정확도가 아니며, 두 AI 조건의 열여섯 비교 관측은 미실행입니다.</a:t>
            </a:r>
          </a:p>
          <a:p xmlns:a="http://schemas.openxmlformats.org/drawingml/2006/main">
            <a:r>
              <a:t/>
            </a:r>
          </a:p>
          <a:p xmlns:a="http://schemas.openxmlformats.org/drawingml/2006/main">
            <a:r>
              <a:t>출처</a:t>
            </a:r>
          </a:p>
          <a:p xmlns:a="http://schemas.openxmlformats.org/drawingml/2006/main">
            <a:r>
              <a:t>https://github.com/twozero3213-beep/nais-ai-hackathon-finals/blob/97929cf7f083568a98f3cc7b1105309904ba10e7/finals/results/48673ff615504275b3118c026dda9cc6/presentation-table.md</a:t>
            </a:r>
          </a:p>
          <a:p xmlns:a="http://schemas.openxmlformats.org/drawingml/2006/main">
            <a:r>
              <a:t>https://github.com/twozero3213-beep/nais-ai-hackathon-finals/blob/97929cf7f083568a98f3cc7b1105309904ba10e7/docs/0_이영_본선실행안.md</a:t>
            </a:r>
          </a:p>
          <a:p xmlns:a="http://schemas.openxmlformats.org/drawingml/2006/main">
            <a:r>
              <a:t>8건 실행: 2026-09-30 22:11:35~22:11:36 KST. 현 발표 제작 시각을 새로운 실행 시각으로 쓰지 않음.</a:t>
            </a:r>
          </a:p>
          <a:p xmlns:a="http://schemas.openxmlformats.org/drawingml/2006/main">
            <a:r>
              <a:t>자료 기준 GitHub main 97929cf7f083568a98f3cc7b1105309904ba10e7. 정리 시각 2026-10-01 06:23:57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후속 확장과 마무리</a:t>
            </a:r>
          </a:p>
          <a:p xmlns:a="http://schemas.openxmlformats.org/drawingml/2006/main">
            <a:r>
              <a:t>발표 목표 35초 (미실측)</a:t>
            </a:r>
          </a:p>
          <a:p xmlns:a="http://schemas.openxmlformats.org/drawingml/2006/main">
            <a:r>
              <a:t>현재 확보한 것은 등록 사례의 근거 검산과 보고서 저장, 변경 차단입니다. 다음으로 동일 조건의 AI 비교를 수행하고, 후속으로 다른 분야와 연구실, 실증허브에서 업무 시간과 오류 비용을 측정하겠습니다. 통계 방법과 기관 데이터 연결은 이 검증을 거쳐 확대합니다. 자료가 바뀌면 결론도 다시 확인해야 합니다.</a:t>
            </a:r>
          </a:p>
          <a:p xmlns:a="http://schemas.openxmlformats.org/drawingml/2006/main">
            <a:r>
              <a:t/>
            </a:r>
          </a:p>
          <a:p xmlns:a="http://schemas.openxmlformats.org/drawingml/2006/main">
            <a:r>
              <a:t>출처</a:t>
            </a:r>
          </a:p>
          <a:p xmlns:a="http://schemas.openxmlformats.org/drawingml/2006/main">
            <a:r>
              <a:t>https://github.com/twozero3213-beep/nais-ai-hackathon-finals/blob/97929cf7f083568a98f3cc7b1105309904ba10e7/docs/3_조지현_우선순위구현_최종인계_20261001.md</a:t>
            </a:r>
          </a:p>
          <a:p xmlns:a="http://schemas.openxmlformats.org/drawingml/2006/main">
            <a:r>
              <a:t>https://github.com/twozero3213-beep/nais-ai-hackathon-finals/blob/97929cf7f083568a98f3cc7b1105309904ba10e7/docs/0_이영_본선실행안.md</a:t>
            </a:r>
          </a:p>
          <a:p xmlns:a="http://schemas.openxmlformats.org/drawingml/2006/main">
            <a:r>
              <a:t>기관 연계·실증허브 참여 완료를 주장하지 않음. ScienceON/AIHub/MCP 관련 모듈은 집중 시연의 완주 성과와 구분.</a:t>
            </a:r>
          </a:p>
          <a:p xmlns:a="http://schemas.openxmlformats.org/drawingml/2006/main">
            <a:r>
              <a:t>자료 기준 GitHub main 97929cf7f083568a98f3cc7b1105309904ba10e7. 정리 시각 2026-10-01 06:23:57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ecdb8115d740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38a09c94094ba2" /><Relationship Type="http://schemas.openxmlformats.org/officeDocument/2006/relationships/slideLayout" Target="/ppt/slideLayouts/slideLayout1.xml" Id="R78f278115f9a44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f278115f9a44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Evidence Gate Ice Blue">
      <a:dk1>
        <a:srgbClr val="101B25"/>
      </a:dk1>
      <a:lt1>
        <a:srgbClr val="FFFFFF"/>
      </a:lt1>
      <a:dk2>
        <a:srgbClr val="12312E"/>
      </a:dk2>
      <a:lt2>
        <a:srgbClr val="EDF1FF"/>
      </a:lt2>
      <a:accent1>
        <a:srgbClr val="505DF2"/>
      </a:accent1>
      <a:accent2>
        <a:srgbClr val="12312E"/>
      </a:accent2>
      <a:accent3>
        <a:srgbClr val="94A4F8"/>
      </a:accent3>
      <a:accent4>
        <a:srgbClr val="A36527"/>
      </a:accent4>
      <a:accent5>
        <a:srgbClr val="28684E"/>
      </a:accent5>
      <a:accent6>
        <a:srgbClr val="A3B0BC"/>
      </a:accent6>
      <a:hlink>
        <a:srgbClr val="505DF2"/>
      </a:hlink>
      <a:folHlink>
        <a:srgbClr val="7661A8"/>
      </a:folHlink>
    </a:clrScheme>
    <a:fontScheme name="Office">
      <a:majorFont>
        <a:latin typeface="Calibri Light"/>
        <a:ea typeface="Calibri Light"/>
        <a:cs typeface="Calibri Light"/>
      </a:majorFont>
      <a:minorFont>
        <a:latin typeface="Calibri"/>
        <a:ea typeface="Calibri"/>
        <a:cs typeface="Calibri"/>
      </a:minorFont>
    </a:fontScheme>
    <a:fmtScheme name="Evidence Gate Ice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da96ab666b4f88" /><Relationship Type="http://schemas.openxmlformats.org/officeDocument/2006/relationships/image" Target="/ppt/media/image.png" Id="R4d3fa89c6ff54fd2" /><Relationship Type="http://schemas.openxmlformats.org/officeDocument/2006/relationships/notesSlide" Target="/ppt/notesSlides/notesSlide1.xml" Id="R0e74e17a4bbb46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430ed54aab406e" /><Relationship Type="http://schemas.openxmlformats.org/officeDocument/2006/relationships/image" Target="/ppt/media/image2.png" Id="R41ce4ce08dd546d6" /><Relationship Type="http://schemas.openxmlformats.org/officeDocument/2006/relationships/notesSlide" Target="/ppt/notesSlides/notesSlide2.xml" Id="R83973865b27f4b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95f9ce99ac4660" /><Relationship Type="http://schemas.openxmlformats.org/officeDocument/2006/relationships/image" Target="/ppt/media/image3.png" Id="R381c5d5396864331" /><Relationship Type="http://schemas.openxmlformats.org/officeDocument/2006/relationships/notesSlide" Target="/ppt/notesSlides/notesSlide3.xml" Id="R00d3405a1c2545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1af4819a994542" /><Relationship Type="http://schemas.openxmlformats.org/officeDocument/2006/relationships/image" Target="/ppt/media/image4.png" Id="Re1164017b90a4c83" /><Relationship Type="http://schemas.openxmlformats.org/officeDocument/2006/relationships/image" Target="/ppt/media/image5.png" Id="Race382633bf44ab9" /><Relationship Type="http://schemas.openxmlformats.org/officeDocument/2006/relationships/image" Target="/ppt/media/image6.png" Id="Rfede8cf2affe406c" /><Relationship Type="http://schemas.openxmlformats.org/officeDocument/2006/relationships/image" Target="/ppt/media/image7.png" Id="R2b213f33e0eb4ec3" /><Relationship Type="http://schemas.openxmlformats.org/officeDocument/2006/relationships/notesSlide" Target="/ppt/notesSlides/notesSlide4.xml" Id="R66bd8d0c9e0a46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3c8162a7c340fc" /><Relationship Type="http://schemas.openxmlformats.org/officeDocument/2006/relationships/image" Target="/ppt/media/image8.png" Id="R13a27739d7454686" /><Relationship Type="http://schemas.openxmlformats.org/officeDocument/2006/relationships/chart" Target="/ppt/slides/charts/chart1.xml" Id="Raf777111ef124bf1" /><Relationship Type="http://schemas.openxmlformats.org/officeDocument/2006/relationships/notesSlide" Target="/ppt/notesSlides/notesSlide5.xml" Id="Rc0e94a152b3147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105376dba24ce4" /><Relationship Type="http://schemas.openxmlformats.org/officeDocument/2006/relationships/image" Target="/ppt/media/image9.png" Id="R3a64fd22773d40da" /><Relationship Type="http://schemas.openxmlformats.org/officeDocument/2006/relationships/notesSlide" Target="/ppt/notesSlides/notesSlide6.xml" Id="R525b86598e7e4c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사례 수</c:v>
          </c:tx>
          <c:spPr>
            <a:solidFill xmlns:a="http://schemas.openxmlformats.org/drawingml/2006/main">
              <a:srgbClr val="505DF2"/>
            </a:solidFill>
          </c:spPr>
          <c:dPt>
            <c:idx val="0"/>
            <c:invertIfNegative val="0"/>
            <c:spPr>
              <a:solidFill xmlns:a="http://schemas.openxmlformats.org/drawingml/2006/main">
                <a:srgbClr val="505DF2"/>
              </a:solidFill>
            </c:spPr>
          </c:dPt>
          <c:dPt>
            <c:idx val="1"/>
            <c:invertIfNegative val="0"/>
            <c:spPr>
              <a:solidFill xmlns:a="http://schemas.openxmlformats.org/drawingml/2006/main">
                <a:srgbClr val="7986F6"/>
              </a:solidFill>
            </c:spPr>
          </c:dPt>
          <c:dPt>
            <c:idx val="2"/>
            <c:invertIfNegative val="0"/>
            <c:spPr>
              <a:solidFill xmlns:a="http://schemas.openxmlformats.org/drawingml/2006/main">
                <a:srgbClr val="AAB5F9"/>
              </a:solidFill>
            </c:spPr>
          </c:dPt>
          <c:dPt>
            <c:idx val="3"/>
            <c:invertIfNegative val="0"/>
            <c:spPr>
              <a:solidFill xmlns:a="http://schemas.openxmlformats.org/drawingml/2006/main">
                <a:srgbClr val="12312E"/>
              </a:solidFill>
            </c:spPr>
          </c:dPt>
          <c:cat>
            <c:strRef>
              <c:f>'Chart Data'!$A$2:$A$5</c:f>
              <c:strCache>
                <c:ptCount val="4"/>
                <c:pt idx="0">
                  <c:v>수치 일치</c:v>
                </c:pt>
                <c:pt idx="1">
                  <c:v>수치 불일치</c:v>
                </c:pt>
                <c:pt idx="2">
                  <c:v>근거 부족 보류</c:v>
                </c:pt>
                <c:pt idx="3">
                  <c:v>변경 재사용 차단</c:v>
                </c:pt>
              </c:strCache>
            </c:strRef>
          </c:cat>
          <c:val>
            <c:numRef>
              <c:f>'Chart Data'!$B$2:$B$5</c:f>
              <c:numCache>
                <c:formatCode>0</c:formatCode>
                <c:ptCount val="4"/>
                <c:pt idx="0">
                  <c:v>2</c:v>
                </c:pt>
                <c:pt idx="1">
                  <c:v>2</c:v>
                </c:pt>
                <c:pt idx="2">
                  <c:v>2</c:v>
                </c:pt>
                <c:pt idx="3">
                  <c:v>2</c:v>
                </c:pt>
              </c:numCache>
            </c:numRef>
          </c:val>
        </c:ser>
        <c:dLbls>
          <c:txPr>
            <a:bodyPr xmlns:a="http://schemas.openxmlformats.org/drawingml/2006/main" anchorCtr="1"/>
            <a:lstStyle xmlns:a="http://schemas.openxmlformats.org/drawingml/2006/main"/>
            <a:p xmlns:a="http://schemas.openxmlformats.org/drawingml/2006/main">
              <a:pPr>
                <a:defRPr sz="2625" b="1">
                  <a:solidFill>
                    <a:srgbClr val="505DF2"/>
                  </a:solidFill>
                  <a:latin typeface="Pretendard"/>
                  <a:ea typeface="Pretendard"/>
                  <a:cs typeface="Pretendard"/>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D1DD"/>
            </a:solidFill>
          </a:ln>
        </c:spPr>
        <c:txPr>
          <a:bodyPr xmlns:a="http://schemas.openxmlformats.org/drawingml/2006/main" anchorCtr="1"/>
          <a:lstStyle xmlns:a="http://schemas.openxmlformats.org/drawingml/2006/main"/>
          <a:p xmlns:a="http://schemas.openxmlformats.org/drawingml/2006/main">
            <a:pPr>
              <a:defRPr sz="1875">
                <a:solidFill>
                  <a:srgbClr val="12312E"/>
                </a:solidFill>
                <a:latin typeface="Pretendard"/>
                <a:ea typeface="Pretendard"/>
                <a:cs typeface="Pretendard"/>
              </a:defRPr>
            </a:pPr>
          </a:p>
        </c:txPr>
        <c:crossAx val="48672768"/>
      </c:catAx>
      <c:valAx>
        <c:axId val="48672768"/>
        <c:scaling>
          <c:orientation val="minMax"/>
          <c:max val="3"/>
          <c:min val="0"/>
        </c:scaling>
        <c:delete val="0"/>
        <c:axPos val="l"/>
        <c:majorGridlines>
          <c:spPr>
            <a:ln xmlns:a="http://schemas.openxmlformats.org/drawingml/2006/main" w="9525">
              <a:solidFill>
                <a:srgbClr val="E5E9E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B7482"/>
                </a:solidFill>
                <a:latin typeface="Pretendard"/>
                <a:ea typeface="Pretendard"/>
                <a:cs typeface="Pretendard"/>
              </a:defRPr>
            </a:pPr>
          </a:p>
        </c:txPr>
        <c:crossAx val="48650112"/>
        <c:crossBetween val="between"/>
        <c:majorUnit val="1"/>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d3fa89c6ff54fd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C17907-0C0A-4FCA-8BA1-1BC1CD534C01}"/>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3" name="">
            <a:extLst xmlns:a="http://schemas.openxmlformats.org/drawingml/2006/main">
              <a:ext uri="{FF2B5EF4-FFF2-40B4-BE49-F238E27FC236}">
                <a16:creationId xmlns:a16="http://schemas.microsoft.com/office/drawing/2014/main" id="{94AF1D80-7076-4E25-9086-912F30A74568}"/>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01</a:t>
            </a:r>
          </a:p>
        </p:txBody>
      </p:sp>
      <p:sp>
        <p:nvSpPr>
          <p:cNvPr id="4" name="">
            <a:extLst xmlns:a="http://schemas.openxmlformats.org/drawingml/2006/main">
              <a:ext uri="{FF2B5EF4-FFF2-40B4-BE49-F238E27FC236}">
                <a16:creationId xmlns:a16="http://schemas.microsoft.com/office/drawing/2014/main" id="{B2010911-276F-4945-AC6E-649A80754B1D}"/>
              </a:ext>
            </a:extLst>
          </p:cNvPr>
          <p:cNvSpPr>
            <a:spLocks xmlns:a="http://schemas.openxmlformats.org/drawingml/2006/main" noGrp="1"/>
          </p:cNvSpPr>
          <p:nvPr/>
        </p:nvSpPr>
        <p:spPr>
          <a:xfrm xmlns:a="http://schemas.openxmlformats.org/drawingml/2006/main">
            <a:off x="666750" y="1238250"/>
            <a:ext cx="7239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450" b="1">
                <a:solidFill>
                  <a:srgbClr val="12312E"/>
                </a:solidFill>
                <a:latin typeface="Pretendard"/>
                <a:ea typeface="Pretendard"/>
                <a:cs typeface="Pretendard"/>
              </a:defRPr>
            </a:pPr>
            <a:r>
              <a:rPr sz="6450" b="1">
                <a:solidFill>
                  <a:srgbClr val="12312E"/>
                </a:solidFill>
                <a:latin typeface="Pretendard"/>
                <a:ea typeface="Pretendard"/>
                <a:cs typeface="Pretendard"/>
              </a:rPr>
              <a:t>근거관문</a:t>
            </a:r>
          </a:p>
        </p:txBody>
      </p:sp>
      <p:sp>
        <p:nvSpPr>
          <p:cNvPr id="5" name="">
            <a:extLst xmlns:a="http://schemas.openxmlformats.org/drawingml/2006/main">
              <a:ext uri="{FF2B5EF4-FFF2-40B4-BE49-F238E27FC236}">
                <a16:creationId xmlns:a16="http://schemas.microsoft.com/office/drawing/2014/main" id="{E4AAB577-3686-4A44-A12C-4F345CE49564}"/>
              </a:ext>
            </a:extLst>
          </p:cNvPr>
          <p:cNvSpPr>
            <a:spLocks xmlns:a="http://schemas.openxmlformats.org/drawingml/2006/main" noGrp="1"/>
          </p:cNvSpPr>
          <p:nvPr/>
        </p:nvSpPr>
        <p:spPr>
          <a:xfrm xmlns:a="http://schemas.openxmlformats.org/drawingml/2006/main">
            <a:off x="695325" y="2762250"/>
            <a:ext cx="8239125"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825" b="0">
                <a:solidFill>
                  <a:srgbClr val="12312E"/>
                </a:solidFill>
                <a:latin typeface="Pretendard"/>
                <a:ea typeface="Pretendard"/>
                <a:cs typeface="Pretendard"/>
              </a:defRPr>
            </a:pPr>
            <a:r>
              <a:rPr sz="3825" b="0">
                <a:solidFill>
                  <a:srgbClr val="12312E"/>
                </a:solidFill>
                <a:latin typeface="Pretendard"/>
                <a:ea typeface="Pretendard"/>
                <a:cs typeface="Pretendard"/>
              </a:rPr>
              <a:t>자료가 바뀌면,</a:t>
            </a:r>
          </a:p>
          <a:p xmlns:a="http://schemas.openxmlformats.org/drawingml/2006/main">
            <a:pPr algn="l">
              <a:lnSpc>
                <a:spcPct val="108000"/>
              </a:lnSpc>
              <a:buNone/>
              <a:defRPr sz="3825" b="0">
                <a:solidFill>
                  <a:srgbClr val="12312E"/>
                </a:solidFill>
                <a:latin typeface="Pretendard"/>
                <a:ea typeface="Pretendard"/>
                <a:cs typeface="Pretendard"/>
              </a:defRPr>
            </a:pPr>
            <a:r>
              <a:rPr sz="3825" b="0">
                <a:solidFill>
                  <a:srgbClr val="12312E"/>
                </a:solidFill>
                <a:latin typeface="Pretendard"/>
                <a:ea typeface="Pretendard"/>
                <a:cs typeface="Pretendard"/>
              </a:rPr>
              <a:t>결론도 다시 확인해야 합니다</a:t>
            </a:r>
          </a:p>
        </p:txBody>
      </p:sp>
      <p:sp>
        <p:nvSpPr>
          <p:cNvPr id="6" name="">
            <a:extLst xmlns:a="http://schemas.openxmlformats.org/drawingml/2006/main">
              <a:ext uri="{FF2B5EF4-FFF2-40B4-BE49-F238E27FC236}">
                <a16:creationId xmlns:a16="http://schemas.microsoft.com/office/drawing/2014/main" id="{6B011492-5ED5-49A4-8172-F1D094E354E4}"/>
              </a:ext>
            </a:extLst>
          </p:cNvPr>
          <p:cNvSpPr>
            <a:spLocks xmlns:a="http://schemas.openxmlformats.org/drawingml/2006/main" noGrp="1"/>
          </p:cNvSpPr>
          <p:nvPr/>
        </p:nvSpPr>
        <p:spPr>
          <a:xfrm xmlns:a="http://schemas.openxmlformats.org/drawingml/2006/main">
            <a:off x="704850" y="4752975"/>
            <a:ext cx="7953375" cy="0"/>
          </a:xfrm>
          <a:prstGeom xmlns:a="http://schemas.openxmlformats.org/drawingml/2006/main" prst="line">
            <a:avLst/>
          </a:prstGeom>
          <a:noFill xmlns:a="http://schemas.openxmlformats.org/drawingml/2006/main"/>
          <a:ln xmlns:a="http://schemas.openxmlformats.org/drawingml/2006/main" w="9525">
            <a:solidFill>
              <a:srgbClr val="C9D1DD"/>
            </a:solidFill>
            <a:prstDash val="solid"/>
          </a:ln>
        </p:spPr>
      </p:sp>
      <p:sp>
        <p:nvSpPr>
          <p:cNvPr id="7" name="">
            <a:extLst xmlns:a="http://schemas.openxmlformats.org/drawingml/2006/main">
              <a:ext uri="{FF2B5EF4-FFF2-40B4-BE49-F238E27FC236}">
                <a16:creationId xmlns:a16="http://schemas.microsoft.com/office/drawing/2014/main" id="{D1CB3D1C-DA3F-47DE-84CD-6D35A340A334}"/>
              </a:ext>
            </a:extLst>
          </p:cNvPr>
          <p:cNvSpPr>
            <a:spLocks xmlns:a="http://schemas.openxmlformats.org/drawingml/2006/main" noGrp="1"/>
          </p:cNvSpPr>
          <p:nvPr/>
        </p:nvSpPr>
        <p:spPr>
          <a:xfrm xmlns:a="http://schemas.openxmlformats.org/drawingml/2006/main">
            <a:off x="704850" y="5019675"/>
            <a:ext cx="885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6B7482"/>
                </a:solidFill>
                <a:latin typeface="Pretendard"/>
                <a:ea typeface="Pretendard"/>
                <a:cs typeface="Pretendard"/>
              </a:defRPr>
            </a:pPr>
            <a:r>
              <a:rPr sz="1875" b="0">
                <a:solidFill>
                  <a:srgbClr val="6B7482"/>
                </a:solidFill>
                <a:latin typeface="Pretendard"/>
                <a:ea typeface="Pretendard"/>
                <a:cs typeface="Pretendard"/>
              </a:rPr>
              <a:t>연구 주장 · 원문 · 분석 조건 · 원자료 · 사람 판단</a:t>
            </a:r>
          </a:p>
        </p:txBody>
      </p:sp>
      <p:sp>
        <p:nvSpPr>
          <p:cNvPr id="8" name="">
            <a:extLst xmlns:a="http://schemas.openxmlformats.org/drawingml/2006/main">
              <a:ext uri="{FF2B5EF4-FFF2-40B4-BE49-F238E27FC236}">
                <a16:creationId xmlns:a16="http://schemas.microsoft.com/office/drawing/2014/main" id="{1754A6CF-6EF2-4143-8999-EE1EB110957D}"/>
              </a:ext>
            </a:extLst>
          </p:cNvPr>
          <p:cNvSpPr>
            <a:spLocks xmlns:a="http://schemas.openxmlformats.org/drawingml/2006/main" noGrp="1"/>
          </p:cNvSpPr>
          <p:nvPr/>
        </p:nvSpPr>
        <p:spPr>
          <a:xfrm xmlns:a="http://schemas.openxmlformats.org/drawingml/2006/main">
            <a:off x="704850" y="5734050"/>
            <a:ext cx="904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6B7482"/>
                </a:solidFill>
                <a:latin typeface="Pretendard"/>
                <a:ea typeface="Pretendard"/>
                <a:cs typeface="Pretendard"/>
              </a:defRPr>
            </a:pPr>
            <a:r>
              <a:rPr sz="1575" b="0">
                <a:solidFill>
                  <a:srgbClr val="6B7482"/>
                </a:solidFill>
                <a:latin typeface="Pretendard"/>
                <a:ea typeface="Pretendard"/>
                <a:cs typeface="Pretendard"/>
              </a:rPr>
              <a:t>2026.10.01  NAIS AI 해커톤 본선</a:t>
            </a:r>
          </a:p>
        </p:txBody>
      </p:sp>
      <p:sp>
        <p:nvSpPr>
          <p:cNvPr id="9" name="">
            <a:extLst xmlns:a="http://schemas.openxmlformats.org/drawingml/2006/main">
              <a:ext uri="{FF2B5EF4-FFF2-40B4-BE49-F238E27FC236}">
                <a16:creationId xmlns:a16="http://schemas.microsoft.com/office/drawing/2014/main" id="{0AA9F127-9257-405E-B5DA-5179919933D0}"/>
              </a:ext>
            </a:extLst>
          </p:cNvPr>
          <p:cNvSpPr>
            <a:spLocks xmlns:a="http://schemas.openxmlformats.org/drawingml/2006/main" noGrp="1"/>
          </p:cNvSpPr>
          <p:nvPr/>
        </p:nvSpPr>
        <p:spPr>
          <a:xfrm xmlns:a="http://schemas.openxmlformats.org/drawingml/2006/main">
            <a:off x="704850" y="6086475"/>
            <a:ext cx="923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6B7482"/>
                </a:solidFill>
                <a:latin typeface="Pretendard"/>
                <a:ea typeface="Pretendard"/>
                <a:cs typeface="Pretendard"/>
              </a:defRPr>
            </a:pPr>
            <a:r>
              <a:rPr sz="1500" b="0">
                <a:solidFill>
                  <a:srgbClr val="6B7482"/>
                </a:solidFill>
                <a:latin typeface="Pretendard"/>
                <a:ea typeface="Pretendard"/>
                <a:cs typeface="Pretendard"/>
              </a:rPr>
              <a:t>이영  ·  이채우  ·  임도윤  ·  조지현</a:t>
            </a:r>
          </a:p>
        </p:txBody>
      </p:sp>
    </p:spTree>
    <p:extLst>
      <p:ext uri="{BB962C8B-B14F-4D97-AF65-F5344CB8AC3E}">
        <p14:creationId xmlns:p14="http://schemas.microsoft.com/office/powerpoint/2010/main" val="16387512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41ce4ce08dd546d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9765BC0-7446-4659-AAC9-2BDEF204BCD9}"/>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12312E"/>
                </a:solidFill>
                <a:latin typeface="Pretendard"/>
                <a:ea typeface="Pretendard"/>
                <a:cs typeface="Pretendard"/>
              </a:defRPr>
            </a:pPr>
            <a:r>
              <a:rPr sz="3450" b="1">
                <a:solidFill>
                  <a:srgbClr val="12312E"/>
                </a:solidFill>
                <a:latin typeface="Pretendard"/>
                <a:ea typeface="Pretendard"/>
                <a:cs typeface="Pretendard"/>
              </a:rPr>
              <a:t>연구 탐색에서 보고서까지, 한 흐름으로</a:t>
            </a:r>
          </a:p>
        </p:txBody>
      </p:sp>
      <p:sp>
        <p:nvSpPr>
          <p:cNvPr id="3" name="">
            <a:extLst xmlns:a="http://schemas.openxmlformats.org/drawingml/2006/main">
              <a:ext uri="{FF2B5EF4-FFF2-40B4-BE49-F238E27FC236}">
                <a16:creationId xmlns:a16="http://schemas.microsoft.com/office/drawing/2014/main" id="{850DDE6C-1DDE-4FC9-B37F-727C5553BA79}"/>
              </a:ext>
            </a:extLst>
          </p:cNvPr>
          <p:cNvSpPr>
            <a:spLocks xmlns:a="http://schemas.openxmlformats.org/drawingml/2006/main" noGrp="1"/>
          </p:cNvSpPr>
          <p:nvPr/>
        </p:nvSpPr>
        <p:spPr>
          <a:xfrm xmlns:a="http://schemas.openxmlformats.org/drawingml/2006/main">
            <a:off x="628650" y="1200150"/>
            <a:ext cx="10934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AI 제안과 연구자의 판단을 단계마다 구분합니다</a:t>
            </a:r>
          </a:p>
        </p:txBody>
      </p:sp>
      <p:sp>
        <p:nvSpPr>
          <p:cNvPr id="4" name="">
            <a:extLst xmlns:a="http://schemas.openxmlformats.org/drawingml/2006/main">
              <a:ext uri="{FF2B5EF4-FFF2-40B4-BE49-F238E27FC236}">
                <a16:creationId xmlns:a16="http://schemas.microsoft.com/office/drawing/2014/main" id="{F6A230A0-026D-4968-81EC-00567C50BB51}"/>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5" name="">
            <a:extLst xmlns:a="http://schemas.openxmlformats.org/drawingml/2006/main">
              <a:ext uri="{FF2B5EF4-FFF2-40B4-BE49-F238E27FC236}">
                <a16:creationId xmlns:a16="http://schemas.microsoft.com/office/drawing/2014/main" id="{3B6D9DDF-6340-47AA-BA9C-0DE7247A26E6}"/>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02</a:t>
            </a:r>
          </a:p>
        </p:txBody>
      </p:sp>
      <p:sp>
        <p:nvSpPr>
          <p:cNvPr id="6" name="">
            <a:extLst xmlns:a="http://schemas.openxmlformats.org/drawingml/2006/main">
              <a:ext uri="{FF2B5EF4-FFF2-40B4-BE49-F238E27FC236}">
                <a16:creationId xmlns:a16="http://schemas.microsoft.com/office/drawing/2014/main" id="{8278BD22-0EA9-408E-988F-17FB3C829FBF}"/>
              </a:ext>
            </a:extLst>
          </p:cNvPr>
          <p:cNvSpPr>
            <a:spLocks xmlns:a="http://schemas.openxmlformats.org/drawingml/2006/main" noGrp="1"/>
          </p:cNvSpPr>
          <p:nvPr/>
        </p:nvSpPr>
        <p:spPr>
          <a:xfrm xmlns:a="http://schemas.openxmlformats.org/drawingml/2006/main">
            <a:off x="619125" y="2667000"/>
            <a:ext cx="1676400" cy="1676400"/>
          </a:xfrm>
          <a:prstGeom xmlns:a="http://schemas.openxmlformats.org/drawingml/2006/main" prst="ellipse">
            <a:avLst/>
          </a:prstGeom>
          <a:solidFill xmlns:a="http://schemas.openxmlformats.org/drawingml/2006/main">
            <a:srgbClr val="F6F8FC"/>
          </a:solidFill>
          <a:ln xmlns:a="http://schemas.openxmlformats.org/drawingml/2006/main" w="9525">
            <a:solidFill>
              <a:srgbClr val="C9D1DD"/>
            </a:solidFill>
            <a:prstDash val="solid"/>
          </a:ln>
        </p:spPr>
        <p:txBody>
          <a:bodyPr xmlns:a="http://schemas.openxmlformats.org/drawingml/2006/main" lIns="133350" tIns="133350" rIns="133350" bIns="133350" anchor="ctr">
            <a:noAutofit/>
          </a:bodyPr>
          <a:lstStyle xmlns:a="http://schemas.openxmlformats.org/drawingml/2006/main"/>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자료</a:t>
            </a:r>
          </a:p>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등록</a:t>
            </a:r>
          </a:p>
        </p:txBody>
      </p:sp>
      <p:sp>
        <p:nvSpPr>
          <p:cNvPr id="7" name="">
            <a:extLst xmlns:a="http://schemas.openxmlformats.org/drawingml/2006/main">
              <a:ext uri="{FF2B5EF4-FFF2-40B4-BE49-F238E27FC236}">
                <a16:creationId xmlns:a16="http://schemas.microsoft.com/office/drawing/2014/main" id="{3A1BC8C7-7C68-48B2-9518-81E96F4CB6F2}"/>
              </a:ext>
            </a:extLst>
          </p:cNvPr>
          <p:cNvSpPr>
            <a:spLocks xmlns:a="http://schemas.openxmlformats.org/drawingml/2006/main" noGrp="1"/>
          </p:cNvSpPr>
          <p:nvPr/>
        </p:nvSpPr>
        <p:spPr>
          <a:xfrm xmlns:a="http://schemas.openxmlformats.org/drawingml/2006/main">
            <a:off x="2857500" y="2667000"/>
            <a:ext cx="1676400" cy="1676400"/>
          </a:xfrm>
          <a:prstGeom xmlns:a="http://schemas.openxmlformats.org/drawingml/2006/main" prst="ellipse">
            <a:avLst/>
          </a:prstGeom>
          <a:solidFill xmlns:a="http://schemas.openxmlformats.org/drawingml/2006/main">
            <a:srgbClr val="DEE4FF"/>
          </a:solidFill>
          <a:ln xmlns:a="http://schemas.openxmlformats.org/drawingml/2006/main" w="9525">
            <a:solidFill>
              <a:srgbClr val="C9D1DD"/>
            </a:solidFill>
            <a:prstDash val="solid"/>
          </a:ln>
        </p:spPr>
        <p:txBody>
          <a:bodyPr xmlns:a="http://schemas.openxmlformats.org/drawingml/2006/main" lIns="133350" tIns="133350" rIns="133350" bIns="133350" anchor="ctr">
            <a:noAutofit/>
          </a:bodyPr>
          <a:lstStyle xmlns:a="http://schemas.openxmlformats.org/drawingml/2006/main"/>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조건</a:t>
            </a:r>
          </a:p>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제안</a:t>
            </a:r>
          </a:p>
        </p:txBody>
      </p:sp>
      <p:sp>
        <p:nvSpPr>
          <p:cNvPr id="8" name="">
            <a:extLst xmlns:a="http://schemas.openxmlformats.org/drawingml/2006/main">
              <a:ext uri="{FF2B5EF4-FFF2-40B4-BE49-F238E27FC236}">
                <a16:creationId xmlns:a16="http://schemas.microsoft.com/office/drawing/2014/main" id="{32FDB209-6526-4F56-8AF3-28E529C80EB9}"/>
              </a:ext>
            </a:extLst>
          </p:cNvPr>
          <p:cNvSpPr>
            <a:spLocks xmlns:a="http://schemas.openxmlformats.org/drawingml/2006/main" noGrp="1"/>
          </p:cNvSpPr>
          <p:nvPr/>
        </p:nvSpPr>
        <p:spPr>
          <a:xfrm xmlns:a="http://schemas.openxmlformats.org/drawingml/2006/main">
            <a:off x="5095875" y="2667000"/>
            <a:ext cx="1676400" cy="1676400"/>
          </a:xfrm>
          <a:prstGeom xmlns:a="http://schemas.openxmlformats.org/drawingml/2006/main" prst="ellipse">
            <a:avLst/>
          </a:prstGeom>
          <a:solidFill xmlns:a="http://schemas.openxmlformats.org/drawingml/2006/main">
            <a:srgbClr val="F6F8FC"/>
          </a:solidFill>
          <a:ln xmlns:a="http://schemas.openxmlformats.org/drawingml/2006/main" w="9525">
            <a:solidFill>
              <a:srgbClr val="C9D1DD"/>
            </a:solidFill>
            <a:prstDash val="solid"/>
          </a:ln>
        </p:spPr>
        <p:txBody>
          <a:bodyPr xmlns:a="http://schemas.openxmlformats.org/drawingml/2006/main" lIns="133350" tIns="133350" rIns="133350" bIns="133350" anchor="ctr">
            <a:noAutofit/>
          </a:bodyPr>
          <a:lstStyle xmlns:a="http://schemas.openxmlformats.org/drawingml/2006/main"/>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수치</a:t>
            </a:r>
          </a:p>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검산</a:t>
            </a:r>
          </a:p>
        </p:txBody>
      </p:sp>
      <p:sp>
        <p:nvSpPr>
          <p:cNvPr id="9" name="">
            <a:extLst xmlns:a="http://schemas.openxmlformats.org/drawingml/2006/main">
              <a:ext uri="{FF2B5EF4-FFF2-40B4-BE49-F238E27FC236}">
                <a16:creationId xmlns:a16="http://schemas.microsoft.com/office/drawing/2014/main" id="{69E62CB1-8D7A-41B8-935F-363E19A0C0E2}"/>
              </a:ext>
            </a:extLst>
          </p:cNvPr>
          <p:cNvSpPr>
            <a:spLocks xmlns:a="http://schemas.openxmlformats.org/drawingml/2006/main" noGrp="1"/>
          </p:cNvSpPr>
          <p:nvPr/>
        </p:nvSpPr>
        <p:spPr>
          <a:xfrm xmlns:a="http://schemas.openxmlformats.org/drawingml/2006/main">
            <a:off x="7334250" y="2667000"/>
            <a:ext cx="1676400" cy="1676400"/>
          </a:xfrm>
          <a:prstGeom xmlns:a="http://schemas.openxmlformats.org/drawingml/2006/main" prst="ellipse">
            <a:avLst/>
          </a:prstGeom>
          <a:solidFill xmlns:a="http://schemas.openxmlformats.org/drawingml/2006/main">
            <a:srgbClr val="E9F2F0"/>
          </a:solidFill>
          <a:ln xmlns:a="http://schemas.openxmlformats.org/drawingml/2006/main" w="9525">
            <a:solidFill>
              <a:srgbClr val="C9D1DD"/>
            </a:solidFill>
            <a:prstDash val="solid"/>
          </a:ln>
        </p:spPr>
        <p:txBody>
          <a:bodyPr xmlns:a="http://schemas.openxmlformats.org/drawingml/2006/main" lIns="133350" tIns="133350" rIns="133350" bIns="133350" anchor="ctr">
            <a:noAutofit/>
          </a:bodyPr>
          <a:lstStyle xmlns:a="http://schemas.openxmlformats.org/drawingml/2006/main"/>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근거</a:t>
            </a:r>
          </a:p>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확인</a:t>
            </a:r>
          </a:p>
        </p:txBody>
      </p:sp>
      <p:sp>
        <p:nvSpPr>
          <p:cNvPr id="10" name="">
            <a:extLst xmlns:a="http://schemas.openxmlformats.org/drawingml/2006/main">
              <a:ext uri="{FF2B5EF4-FFF2-40B4-BE49-F238E27FC236}">
                <a16:creationId xmlns:a16="http://schemas.microsoft.com/office/drawing/2014/main" id="{D3C6EA71-C9CF-4FD6-937E-852EC8965CD4}"/>
              </a:ext>
            </a:extLst>
          </p:cNvPr>
          <p:cNvSpPr>
            <a:spLocks xmlns:a="http://schemas.openxmlformats.org/drawingml/2006/main" noGrp="1"/>
          </p:cNvSpPr>
          <p:nvPr/>
        </p:nvSpPr>
        <p:spPr>
          <a:xfrm xmlns:a="http://schemas.openxmlformats.org/drawingml/2006/main">
            <a:off x="9572625" y="2667000"/>
            <a:ext cx="1676400" cy="1676400"/>
          </a:xfrm>
          <a:prstGeom xmlns:a="http://schemas.openxmlformats.org/drawingml/2006/main" prst="ellipse">
            <a:avLst/>
          </a:prstGeom>
          <a:solidFill xmlns:a="http://schemas.openxmlformats.org/drawingml/2006/main">
            <a:srgbClr val="F6F8FC"/>
          </a:solidFill>
          <a:ln xmlns:a="http://schemas.openxmlformats.org/drawingml/2006/main" w="9525">
            <a:solidFill>
              <a:srgbClr val="C9D1DD"/>
            </a:solidFill>
            <a:prstDash val="solid"/>
          </a:ln>
        </p:spPr>
        <p:txBody>
          <a:bodyPr xmlns:a="http://schemas.openxmlformats.org/drawingml/2006/main" lIns="133350" tIns="133350" rIns="133350" bIns="133350" anchor="ctr">
            <a:noAutofit/>
          </a:bodyPr>
          <a:lstStyle xmlns:a="http://schemas.openxmlformats.org/drawingml/2006/main"/>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보고서</a:t>
            </a:r>
          </a:p>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저장</a:t>
            </a:r>
          </a:p>
        </p:txBody>
      </p:sp>
      <p:sp>
        <p:nvSpPr>
          <p:cNvPr id="11" name="">
            <a:extLst xmlns:a="http://schemas.openxmlformats.org/drawingml/2006/main">
              <a:ext uri="{FF2B5EF4-FFF2-40B4-BE49-F238E27FC236}">
                <a16:creationId xmlns:a16="http://schemas.microsoft.com/office/drawing/2014/main" id="{0AFE9F6D-30C9-4877-AA27-692FA9C26D3E}"/>
              </a:ext>
            </a:extLst>
          </p:cNvPr>
          <p:cNvSpPr>
            <a:spLocks xmlns:a="http://schemas.openxmlformats.org/drawingml/2006/main" noGrp="1"/>
          </p:cNvSpPr>
          <p:nvPr/>
        </p:nvSpPr>
        <p:spPr>
          <a:xfrm xmlns:a="http://schemas.openxmlformats.org/drawingml/2006/main">
            <a:off x="2295525" y="3505200"/>
            <a:ext cx="5619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2" name="">
            <a:extLst xmlns:a="http://schemas.openxmlformats.org/drawingml/2006/main">
              <a:ext uri="{FF2B5EF4-FFF2-40B4-BE49-F238E27FC236}">
                <a16:creationId xmlns:a16="http://schemas.microsoft.com/office/drawing/2014/main" id="{6CE23CE5-9BE2-4ACB-85E5-6BB9C86B8A60}"/>
              </a:ext>
            </a:extLst>
          </p:cNvPr>
          <p:cNvSpPr>
            <a:spLocks xmlns:a="http://schemas.openxmlformats.org/drawingml/2006/main" noGrp="1"/>
          </p:cNvSpPr>
          <p:nvPr/>
        </p:nvSpPr>
        <p:spPr>
          <a:xfrm xmlns:a="http://schemas.openxmlformats.org/drawingml/2006/main">
            <a:off x="4533900" y="3505200"/>
            <a:ext cx="5619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3" name="">
            <a:extLst xmlns:a="http://schemas.openxmlformats.org/drawingml/2006/main">
              <a:ext uri="{FF2B5EF4-FFF2-40B4-BE49-F238E27FC236}">
                <a16:creationId xmlns:a16="http://schemas.microsoft.com/office/drawing/2014/main" id="{22BF014B-382E-42C1-8522-C6D212BC6323}"/>
              </a:ext>
            </a:extLst>
          </p:cNvPr>
          <p:cNvSpPr>
            <a:spLocks xmlns:a="http://schemas.openxmlformats.org/drawingml/2006/main" noGrp="1"/>
          </p:cNvSpPr>
          <p:nvPr/>
        </p:nvSpPr>
        <p:spPr>
          <a:xfrm xmlns:a="http://schemas.openxmlformats.org/drawingml/2006/main">
            <a:off x="6772275" y="3505200"/>
            <a:ext cx="5619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4" name="">
            <a:extLst xmlns:a="http://schemas.openxmlformats.org/drawingml/2006/main">
              <a:ext uri="{FF2B5EF4-FFF2-40B4-BE49-F238E27FC236}">
                <a16:creationId xmlns:a16="http://schemas.microsoft.com/office/drawing/2014/main" id="{3969B230-C33E-4904-B887-A10EE7920EAE}"/>
              </a:ext>
            </a:extLst>
          </p:cNvPr>
          <p:cNvSpPr>
            <a:spLocks xmlns:a="http://schemas.openxmlformats.org/drawingml/2006/main" noGrp="1"/>
          </p:cNvSpPr>
          <p:nvPr/>
        </p:nvSpPr>
        <p:spPr>
          <a:xfrm xmlns:a="http://schemas.openxmlformats.org/drawingml/2006/main">
            <a:off x="9010650" y="3505200"/>
            <a:ext cx="5619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5" name="">
            <a:extLst xmlns:a="http://schemas.openxmlformats.org/drawingml/2006/main">
              <a:ext uri="{FF2B5EF4-FFF2-40B4-BE49-F238E27FC236}">
                <a16:creationId xmlns:a16="http://schemas.microsoft.com/office/drawing/2014/main" id="{CECF8CC1-98AB-4715-B29F-A6BED9B7E135}"/>
              </a:ext>
            </a:extLst>
          </p:cNvPr>
          <p:cNvSpPr>
            <a:spLocks xmlns:a="http://schemas.openxmlformats.org/drawingml/2006/main" noGrp="1"/>
          </p:cNvSpPr>
          <p:nvPr/>
        </p:nvSpPr>
        <p:spPr>
          <a:xfrm xmlns:a="http://schemas.openxmlformats.org/drawingml/2006/main">
            <a:off x="571500" y="22002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725" b="1">
                <a:solidFill>
                  <a:srgbClr val="6B7482"/>
                </a:solidFill>
                <a:latin typeface="Pretendard"/>
                <a:ea typeface="Pretendard"/>
                <a:cs typeface="Pretendard"/>
              </a:defRPr>
            </a:pPr>
            <a:r>
              <a:rPr sz="1725" b="1">
                <a:solidFill>
                  <a:srgbClr val="6B7482"/>
                </a:solidFill>
                <a:latin typeface="Pretendard"/>
                <a:ea typeface="Pretendard"/>
                <a:cs typeface="Pretendard"/>
              </a:rPr>
              <a:t>연구자</a:t>
            </a:r>
          </a:p>
        </p:txBody>
      </p:sp>
      <p:sp>
        <p:nvSpPr>
          <p:cNvPr id="16" name="">
            <a:extLst xmlns:a="http://schemas.openxmlformats.org/drawingml/2006/main">
              <a:ext uri="{FF2B5EF4-FFF2-40B4-BE49-F238E27FC236}">
                <a16:creationId xmlns:a16="http://schemas.microsoft.com/office/drawing/2014/main" id="{A4DAF9EC-F80F-420D-9A3E-6F9358445116}"/>
              </a:ext>
            </a:extLst>
          </p:cNvPr>
          <p:cNvSpPr>
            <a:spLocks xmlns:a="http://schemas.openxmlformats.org/drawingml/2006/main" noGrp="1"/>
          </p:cNvSpPr>
          <p:nvPr/>
        </p:nvSpPr>
        <p:spPr>
          <a:xfrm xmlns:a="http://schemas.openxmlformats.org/drawingml/2006/main">
            <a:off x="1009650" y="4562475"/>
            <a:ext cx="90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505DF2"/>
                </a:solidFill>
                <a:latin typeface="Pretendard"/>
                <a:ea typeface="Pretendard"/>
                <a:cs typeface="Pretendard"/>
              </a:defRPr>
            </a:pPr>
            <a:r>
              <a:rPr sz="2025" b="1">
                <a:solidFill>
                  <a:srgbClr val="505DF2"/>
                </a:solidFill>
                <a:latin typeface="Pretendard"/>
                <a:ea typeface="Pretendard"/>
                <a:cs typeface="Pretendard"/>
              </a:rPr>
              <a:t>01</a:t>
            </a:r>
          </a:p>
        </p:txBody>
      </p:sp>
      <p:sp>
        <p:nvSpPr>
          <p:cNvPr id="17" name="">
            <a:extLst xmlns:a="http://schemas.openxmlformats.org/drawingml/2006/main">
              <a:ext uri="{FF2B5EF4-FFF2-40B4-BE49-F238E27FC236}">
                <a16:creationId xmlns:a16="http://schemas.microsoft.com/office/drawing/2014/main" id="{7B6B3079-8BF5-483C-8FB6-81E94C0023E0}"/>
              </a:ext>
            </a:extLst>
          </p:cNvPr>
          <p:cNvSpPr>
            <a:spLocks xmlns:a="http://schemas.openxmlformats.org/drawingml/2006/main" noGrp="1"/>
          </p:cNvSpPr>
          <p:nvPr/>
        </p:nvSpPr>
        <p:spPr>
          <a:xfrm xmlns:a="http://schemas.openxmlformats.org/drawingml/2006/main">
            <a:off x="2809875" y="22002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725" b="1">
                <a:solidFill>
                  <a:srgbClr val="505DF2"/>
                </a:solidFill>
                <a:latin typeface="Pretendard"/>
                <a:ea typeface="Pretendard"/>
                <a:cs typeface="Pretendard"/>
              </a:defRPr>
            </a:pPr>
            <a:r>
              <a:rPr sz="1725" b="1">
                <a:solidFill>
                  <a:srgbClr val="505DF2"/>
                </a:solidFill>
                <a:latin typeface="Pretendard"/>
                <a:ea typeface="Pretendard"/>
                <a:cs typeface="Pretendard"/>
              </a:rPr>
              <a:t>AI 또는 수동</a:t>
            </a:r>
          </a:p>
        </p:txBody>
      </p:sp>
      <p:sp>
        <p:nvSpPr>
          <p:cNvPr id="18" name="">
            <a:extLst xmlns:a="http://schemas.openxmlformats.org/drawingml/2006/main">
              <a:ext uri="{FF2B5EF4-FFF2-40B4-BE49-F238E27FC236}">
                <a16:creationId xmlns:a16="http://schemas.microsoft.com/office/drawing/2014/main" id="{A225D36F-899A-4329-BB57-B9098BAAE8A6}"/>
              </a:ext>
            </a:extLst>
          </p:cNvPr>
          <p:cNvSpPr>
            <a:spLocks xmlns:a="http://schemas.openxmlformats.org/drawingml/2006/main" noGrp="1"/>
          </p:cNvSpPr>
          <p:nvPr/>
        </p:nvSpPr>
        <p:spPr>
          <a:xfrm xmlns:a="http://schemas.openxmlformats.org/drawingml/2006/main">
            <a:off x="3248025" y="4562475"/>
            <a:ext cx="90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505DF2"/>
                </a:solidFill>
                <a:latin typeface="Pretendard"/>
                <a:ea typeface="Pretendard"/>
                <a:cs typeface="Pretendard"/>
              </a:defRPr>
            </a:pPr>
            <a:r>
              <a:rPr sz="2025" b="1">
                <a:solidFill>
                  <a:srgbClr val="505DF2"/>
                </a:solidFill>
                <a:latin typeface="Pretendard"/>
                <a:ea typeface="Pretendard"/>
                <a:cs typeface="Pretendard"/>
              </a:rPr>
              <a:t>02</a:t>
            </a:r>
          </a:p>
        </p:txBody>
      </p:sp>
      <p:sp>
        <p:nvSpPr>
          <p:cNvPr id="19" name="">
            <a:extLst xmlns:a="http://schemas.openxmlformats.org/drawingml/2006/main">
              <a:ext uri="{FF2B5EF4-FFF2-40B4-BE49-F238E27FC236}">
                <a16:creationId xmlns:a16="http://schemas.microsoft.com/office/drawing/2014/main" id="{41805F56-F47E-4597-ACDC-059F9CE92CCA}"/>
              </a:ext>
            </a:extLst>
          </p:cNvPr>
          <p:cNvSpPr>
            <a:spLocks xmlns:a="http://schemas.openxmlformats.org/drawingml/2006/main" noGrp="1"/>
          </p:cNvSpPr>
          <p:nvPr/>
        </p:nvSpPr>
        <p:spPr>
          <a:xfrm xmlns:a="http://schemas.openxmlformats.org/drawingml/2006/main">
            <a:off x="5048250" y="22002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725" b="1">
                <a:solidFill>
                  <a:srgbClr val="6B7482"/>
                </a:solidFill>
                <a:latin typeface="Pretendard"/>
                <a:ea typeface="Pretendard"/>
                <a:cs typeface="Pretendard"/>
              </a:defRPr>
            </a:pPr>
            <a:r>
              <a:rPr sz="1725" b="1">
                <a:solidFill>
                  <a:srgbClr val="6B7482"/>
                </a:solidFill>
                <a:latin typeface="Pretendard"/>
                <a:ea typeface="Pretendard"/>
                <a:cs typeface="Pretendard"/>
              </a:rPr>
              <a:t>계산 엔진</a:t>
            </a:r>
          </a:p>
        </p:txBody>
      </p:sp>
      <p:sp>
        <p:nvSpPr>
          <p:cNvPr id="20" name="">
            <a:extLst xmlns:a="http://schemas.openxmlformats.org/drawingml/2006/main">
              <a:ext uri="{FF2B5EF4-FFF2-40B4-BE49-F238E27FC236}">
                <a16:creationId xmlns:a16="http://schemas.microsoft.com/office/drawing/2014/main" id="{67AE63B6-F69B-428D-BCAA-54F31D959BFE}"/>
              </a:ext>
            </a:extLst>
          </p:cNvPr>
          <p:cNvSpPr>
            <a:spLocks xmlns:a="http://schemas.openxmlformats.org/drawingml/2006/main" noGrp="1"/>
          </p:cNvSpPr>
          <p:nvPr/>
        </p:nvSpPr>
        <p:spPr>
          <a:xfrm xmlns:a="http://schemas.openxmlformats.org/drawingml/2006/main">
            <a:off x="5486400" y="4562475"/>
            <a:ext cx="90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505DF2"/>
                </a:solidFill>
                <a:latin typeface="Pretendard"/>
                <a:ea typeface="Pretendard"/>
                <a:cs typeface="Pretendard"/>
              </a:defRPr>
            </a:pPr>
            <a:r>
              <a:rPr sz="2025" b="1">
                <a:solidFill>
                  <a:srgbClr val="505DF2"/>
                </a:solidFill>
                <a:latin typeface="Pretendard"/>
                <a:ea typeface="Pretendard"/>
                <a:cs typeface="Pretendard"/>
              </a:rPr>
              <a:t>03</a:t>
            </a:r>
          </a:p>
        </p:txBody>
      </p:sp>
      <p:sp>
        <p:nvSpPr>
          <p:cNvPr id="21" name="">
            <a:extLst xmlns:a="http://schemas.openxmlformats.org/drawingml/2006/main">
              <a:ext uri="{FF2B5EF4-FFF2-40B4-BE49-F238E27FC236}">
                <a16:creationId xmlns:a16="http://schemas.microsoft.com/office/drawing/2014/main" id="{5A56A528-F276-40CD-BF7E-A96092321142}"/>
              </a:ext>
            </a:extLst>
          </p:cNvPr>
          <p:cNvSpPr>
            <a:spLocks xmlns:a="http://schemas.openxmlformats.org/drawingml/2006/main" noGrp="1"/>
          </p:cNvSpPr>
          <p:nvPr/>
        </p:nvSpPr>
        <p:spPr>
          <a:xfrm xmlns:a="http://schemas.openxmlformats.org/drawingml/2006/main">
            <a:off x="7286625" y="22002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725" b="1">
                <a:solidFill>
                  <a:srgbClr val="6B7482"/>
                </a:solidFill>
                <a:latin typeface="Pretendard"/>
                <a:ea typeface="Pretendard"/>
                <a:cs typeface="Pretendard"/>
              </a:defRPr>
            </a:pPr>
            <a:r>
              <a:rPr sz="1725" b="1">
                <a:solidFill>
                  <a:srgbClr val="6B7482"/>
                </a:solidFill>
                <a:latin typeface="Pretendard"/>
                <a:ea typeface="Pretendard"/>
                <a:cs typeface="Pretendard"/>
              </a:rPr>
              <a:t>연구자 직접</a:t>
            </a:r>
          </a:p>
        </p:txBody>
      </p:sp>
      <p:sp>
        <p:nvSpPr>
          <p:cNvPr id="22" name="">
            <a:extLst xmlns:a="http://schemas.openxmlformats.org/drawingml/2006/main">
              <a:ext uri="{FF2B5EF4-FFF2-40B4-BE49-F238E27FC236}">
                <a16:creationId xmlns:a16="http://schemas.microsoft.com/office/drawing/2014/main" id="{F3D2C8EE-F869-45E6-B253-F540CC8718E8}"/>
              </a:ext>
            </a:extLst>
          </p:cNvPr>
          <p:cNvSpPr>
            <a:spLocks xmlns:a="http://schemas.openxmlformats.org/drawingml/2006/main" noGrp="1"/>
          </p:cNvSpPr>
          <p:nvPr/>
        </p:nvSpPr>
        <p:spPr>
          <a:xfrm xmlns:a="http://schemas.openxmlformats.org/drawingml/2006/main">
            <a:off x="7724775" y="4562475"/>
            <a:ext cx="90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505DF2"/>
                </a:solidFill>
                <a:latin typeface="Pretendard"/>
                <a:ea typeface="Pretendard"/>
                <a:cs typeface="Pretendard"/>
              </a:defRPr>
            </a:pPr>
            <a:r>
              <a:rPr sz="2025" b="1">
                <a:solidFill>
                  <a:srgbClr val="505DF2"/>
                </a:solidFill>
                <a:latin typeface="Pretendard"/>
                <a:ea typeface="Pretendard"/>
                <a:cs typeface="Pretendard"/>
              </a:rPr>
              <a:t>04</a:t>
            </a:r>
          </a:p>
        </p:txBody>
      </p:sp>
      <p:sp>
        <p:nvSpPr>
          <p:cNvPr id="23" name="">
            <a:extLst xmlns:a="http://schemas.openxmlformats.org/drawingml/2006/main">
              <a:ext uri="{FF2B5EF4-FFF2-40B4-BE49-F238E27FC236}">
                <a16:creationId xmlns:a16="http://schemas.microsoft.com/office/drawing/2014/main" id="{2A791A60-59FE-4383-A3B5-B11E880F3A55}"/>
              </a:ext>
            </a:extLst>
          </p:cNvPr>
          <p:cNvSpPr>
            <a:spLocks xmlns:a="http://schemas.openxmlformats.org/drawingml/2006/main" noGrp="1"/>
          </p:cNvSpPr>
          <p:nvPr/>
        </p:nvSpPr>
        <p:spPr>
          <a:xfrm xmlns:a="http://schemas.openxmlformats.org/drawingml/2006/main">
            <a:off x="9525000" y="22002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725" b="1">
                <a:solidFill>
                  <a:srgbClr val="6B7482"/>
                </a:solidFill>
                <a:latin typeface="Pretendard"/>
                <a:ea typeface="Pretendard"/>
                <a:cs typeface="Pretendard"/>
              </a:defRPr>
            </a:pPr>
            <a:r>
              <a:rPr sz="1725" b="1">
                <a:solidFill>
                  <a:srgbClr val="6B7482"/>
                </a:solidFill>
                <a:latin typeface="Pretendard"/>
                <a:ea typeface="Pretendard"/>
                <a:cs typeface="Pretendard"/>
              </a:rPr>
              <a:t>기록 엔진</a:t>
            </a:r>
          </a:p>
        </p:txBody>
      </p:sp>
      <p:sp>
        <p:nvSpPr>
          <p:cNvPr id="24" name="">
            <a:extLst xmlns:a="http://schemas.openxmlformats.org/drawingml/2006/main">
              <a:ext uri="{FF2B5EF4-FFF2-40B4-BE49-F238E27FC236}">
                <a16:creationId xmlns:a16="http://schemas.microsoft.com/office/drawing/2014/main" id="{8E6B2A04-D976-429C-8DF2-7E79A71A1F3D}"/>
              </a:ext>
            </a:extLst>
          </p:cNvPr>
          <p:cNvSpPr>
            <a:spLocks xmlns:a="http://schemas.openxmlformats.org/drawingml/2006/main" noGrp="1"/>
          </p:cNvSpPr>
          <p:nvPr/>
        </p:nvSpPr>
        <p:spPr>
          <a:xfrm xmlns:a="http://schemas.openxmlformats.org/drawingml/2006/main">
            <a:off x="9963150" y="4562475"/>
            <a:ext cx="90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505DF2"/>
                </a:solidFill>
                <a:latin typeface="Pretendard"/>
                <a:ea typeface="Pretendard"/>
                <a:cs typeface="Pretendard"/>
              </a:defRPr>
            </a:pPr>
            <a:r>
              <a:rPr sz="2025" b="1">
                <a:solidFill>
                  <a:srgbClr val="505DF2"/>
                </a:solidFill>
                <a:latin typeface="Pretendard"/>
                <a:ea typeface="Pretendard"/>
                <a:cs typeface="Pretendard"/>
              </a:rPr>
              <a:t>05</a:t>
            </a:r>
          </a:p>
        </p:txBody>
      </p:sp>
      <p:sp>
        <p:nvSpPr>
          <p:cNvPr id="25" name="">
            <a:extLst xmlns:a="http://schemas.openxmlformats.org/drawingml/2006/main">
              <a:ext uri="{FF2B5EF4-FFF2-40B4-BE49-F238E27FC236}">
                <a16:creationId xmlns:a16="http://schemas.microsoft.com/office/drawing/2014/main" id="{D90AA2F9-53A4-41B9-AF5D-F598FAAED186}"/>
              </a:ext>
            </a:extLst>
          </p:cNvPr>
          <p:cNvSpPr>
            <a:spLocks xmlns:a="http://schemas.openxmlformats.org/drawingml/2006/main" noGrp="1"/>
          </p:cNvSpPr>
          <p:nvPr/>
        </p:nvSpPr>
        <p:spPr>
          <a:xfrm xmlns:a="http://schemas.openxmlformats.org/drawingml/2006/main">
            <a:off x="619125" y="18097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6B7482"/>
                </a:solidFill>
                <a:latin typeface="Pretendard"/>
                <a:ea typeface="Pretendard"/>
                <a:cs typeface="Pretendard"/>
              </a:defRPr>
            </a:pPr>
            <a:r>
              <a:rPr sz="1500" b="0">
                <a:solidFill>
                  <a:srgbClr val="6B7482"/>
                </a:solidFill>
                <a:latin typeface="Pretendard"/>
                <a:ea typeface="Pretendard"/>
                <a:cs typeface="Pretendard"/>
              </a:rPr>
              <a:t>기획·탐색</a:t>
            </a:r>
          </a:p>
        </p:txBody>
      </p:sp>
      <p:sp>
        <p:nvSpPr>
          <p:cNvPr id="26" name="">
            <a:extLst xmlns:a="http://schemas.openxmlformats.org/drawingml/2006/main">
              <a:ext uri="{FF2B5EF4-FFF2-40B4-BE49-F238E27FC236}">
                <a16:creationId xmlns:a16="http://schemas.microsoft.com/office/drawing/2014/main" id="{5712B263-7BBB-4415-B0AE-5570767FD569}"/>
              </a:ext>
            </a:extLst>
          </p:cNvPr>
          <p:cNvSpPr>
            <a:spLocks xmlns:a="http://schemas.openxmlformats.org/drawingml/2006/main" noGrp="1"/>
          </p:cNvSpPr>
          <p:nvPr/>
        </p:nvSpPr>
        <p:spPr>
          <a:xfrm xmlns:a="http://schemas.openxmlformats.org/drawingml/2006/main">
            <a:off x="2857500" y="18097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6B7482"/>
                </a:solidFill>
                <a:latin typeface="Pretendard"/>
                <a:ea typeface="Pretendard"/>
                <a:cs typeface="Pretendard"/>
              </a:defRPr>
            </a:pPr>
            <a:r>
              <a:rPr sz="1500" b="0">
                <a:solidFill>
                  <a:srgbClr val="6B7482"/>
                </a:solidFill>
                <a:latin typeface="Pretendard"/>
                <a:ea typeface="Pretendard"/>
                <a:cs typeface="Pretendard"/>
              </a:rPr>
              <a:t>분석</a:t>
            </a:r>
          </a:p>
        </p:txBody>
      </p:sp>
      <p:sp>
        <p:nvSpPr>
          <p:cNvPr id="27" name="">
            <a:extLst xmlns:a="http://schemas.openxmlformats.org/drawingml/2006/main">
              <a:ext uri="{FF2B5EF4-FFF2-40B4-BE49-F238E27FC236}">
                <a16:creationId xmlns:a16="http://schemas.microsoft.com/office/drawing/2014/main" id="{CCEB0B9E-9C06-49D5-BFA1-20DE01E490AB}"/>
              </a:ext>
            </a:extLst>
          </p:cNvPr>
          <p:cNvSpPr>
            <a:spLocks xmlns:a="http://schemas.openxmlformats.org/drawingml/2006/main" noGrp="1"/>
          </p:cNvSpPr>
          <p:nvPr/>
        </p:nvSpPr>
        <p:spPr>
          <a:xfrm xmlns:a="http://schemas.openxmlformats.org/drawingml/2006/main">
            <a:off x="7334250" y="18097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6B7482"/>
                </a:solidFill>
                <a:latin typeface="Pretendard"/>
                <a:ea typeface="Pretendard"/>
                <a:cs typeface="Pretendard"/>
              </a:defRPr>
            </a:pPr>
            <a:r>
              <a:rPr sz="1500" b="0">
                <a:solidFill>
                  <a:srgbClr val="6B7482"/>
                </a:solidFill>
                <a:latin typeface="Pretendard"/>
                <a:ea typeface="Pretendard"/>
                <a:cs typeface="Pretendard"/>
              </a:rPr>
              <a:t>성과 작성</a:t>
            </a:r>
          </a:p>
        </p:txBody>
      </p:sp>
      <p:sp>
        <p:nvSpPr>
          <p:cNvPr id="28" name="">
            <a:extLst xmlns:a="http://schemas.openxmlformats.org/drawingml/2006/main">
              <a:ext uri="{FF2B5EF4-FFF2-40B4-BE49-F238E27FC236}">
                <a16:creationId xmlns:a16="http://schemas.microsoft.com/office/drawing/2014/main" id="{636A10E9-E430-4CDA-80F1-11256CB5FCCE}"/>
              </a:ext>
            </a:extLst>
          </p:cNvPr>
          <p:cNvSpPr>
            <a:spLocks xmlns:a="http://schemas.openxmlformats.org/drawingml/2006/main" noGrp="1"/>
          </p:cNvSpPr>
          <p:nvPr/>
        </p:nvSpPr>
        <p:spPr>
          <a:xfrm xmlns:a="http://schemas.openxmlformats.org/drawingml/2006/main">
            <a:off x="628650" y="5334000"/>
            <a:ext cx="10934700" cy="0"/>
          </a:xfrm>
          <a:prstGeom xmlns:a="http://schemas.openxmlformats.org/drawingml/2006/main" prst="line">
            <a:avLst/>
          </a:prstGeom>
          <a:noFill xmlns:a="http://schemas.openxmlformats.org/drawingml/2006/main"/>
          <a:ln xmlns:a="http://schemas.openxmlformats.org/drawingml/2006/main" w="9525">
            <a:solidFill>
              <a:srgbClr val="C9D1DD"/>
            </a:solidFill>
            <a:prstDash val="solid"/>
          </a:ln>
        </p:spPr>
      </p:sp>
      <p:sp>
        <p:nvSpPr>
          <p:cNvPr id="29" name="">
            <a:extLst xmlns:a="http://schemas.openxmlformats.org/drawingml/2006/main">
              <a:ext uri="{FF2B5EF4-FFF2-40B4-BE49-F238E27FC236}">
                <a16:creationId xmlns:a16="http://schemas.microsoft.com/office/drawing/2014/main" id="{00A20E2A-646D-44A7-BC87-8D705FAB6C6B}"/>
              </a:ext>
            </a:extLst>
          </p:cNvPr>
          <p:cNvSpPr>
            <a:spLocks xmlns:a="http://schemas.openxmlformats.org/drawingml/2006/main" noGrp="1"/>
          </p:cNvSpPr>
          <p:nvPr/>
        </p:nvSpPr>
        <p:spPr>
          <a:xfrm xmlns:a="http://schemas.openxmlformats.org/drawingml/2006/main">
            <a:off x="628650" y="561022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2312E"/>
                </a:solidFill>
                <a:latin typeface="Pretendard"/>
                <a:ea typeface="Pretendard"/>
                <a:cs typeface="Pretendard"/>
              </a:defRPr>
            </a:pPr>
            <a:r>
              <a:rPr sz="2100" b="1">
                <a:solidFill>
                  <a:srgbClr val="12312E"/>
                </a:solidFill>
                <a:latin typeface="Pretendard"/>
                <a:ea typeface="Pretendard"/>
                <a:cs typeface="Pretendard"/>
              </a:rPr>
              <a:t>근거 부족은 보류</a:t>
            </a:r>
          </a:p>
        </p:txBody>
      </p:sp>
      <p:sp>
        <p:nvSpPr>
          <p:cNvPr id="30" name="">
            <a:extLst xmlns:a="http://schemas.openxmlformats.org/drawingml/2006/main">
              <a:ext uri="{FF2B5EF4-FFF2-40B4-BE49-F238E27FC236}">
                <a16:creationId xmlns:a16="http://schemas.microsoft.com/office/drawing/2014/main" id="{A86C38AA-6DBE-4AD0-AB2F-674C0CFC46E2}"/>
              </a:ext>
            </a:extLst>
          </p:cNvPr>
          <p:cNvSpPr>
            <a:spLocks xmlns:a="http://schemas.openxmlformats.org/drawingml/2006/main" noGrp="1"/>
          </p:cNvSpPr>
          <p:nvPr/>
        </p:nvSpPr>
        <p:spPr>
          <a:xfrm xmlns:a="http://schemas.openxmlformats.org/drawingml/2006/main">
            <a:off x="4486275" y="561022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2312E"/>
                </a:solidFill>
                <a:latin typeface="Pretendard"/>
                <a:ea typeface="Pretendard"/>
                <a:cs typeface="Pretendard"/>
              </a:defRPr>
            </a:pPr>
            <a:r>
              <a:rPr sz="2100" b="1">
                <a:solidFill>
                  <a:srgbClr val="12312E"/>
                </a:solidFill>
                <a:latin typeface="Pretendard"/>
                <a:ea typeface="Pretendard"/>
                <a:cs typeface="Pretendard"/>
              </a:rPr>
              <a:t>자료 변경은 재확인</a:t>
            </a:r>
          </a:p>
        </p:txBody>
      </p:sp>
      <p:sp>
        <p:nvSpPr>
          <p:cNvPr id="31" name="">
            <a:extLst xmlns:a="http://schemas.openxmlformats.org/drawingml/2006/main">
              <a:ext uri="{FF2B5EF4-FFF2-40B4-BE49-F238E27FC236}">
                <a16:creationId xmlns:a16="http://schemas.microsoft.com/office/drawing/2014/main" id="{3F543973-3397-49D9-AE00-D4AA518194A5}"/>
              </a:ext>
            </a:extLst>
          </p:cNvPr>
          <p:cNvSpPr>
            <a:spLocks xmlns:a="http://schemas.openxmlformats.org/drawingml/2006/main" noGrp="1"/>
          </p:cNvSpPr>
          <p:nvPr/>
        </p:nvSpPr>
        <p:spPr>
          <a:xfrm xmlns:a="http://schemas.openxmlformats.org/drawingml/2006/main">
            <a:off x="8324850" y="56102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12312E"/>
                </a:solidFill>
                <a:latin typeface="Pretendard"/>
                <a:ea typeface="Pretendard"/>
                <a:cs typeface="Pretendard"/>
              </a:defRPr>
            </a:pPr>
            <a:r>
              <a:rPr sz="1875" b="1">
                <a:solidFill>
                  <a:srgbClr val="12312E"/>
                </a:solidFill>
                <a:latin typeface="Pretendard"/>
                <a:ea typeface="Pretendard"/>
                <a:cs typeface="Pretendard"/>
              </a:rPr>
              <a:t>수치 일치와 승인은 별도</a:t>
            </a:r>
          </a:p>
        </p:txBody>
      </p:sp>
    </p:spTree>
    <p:extLst>
      <p:ext uri="{BB962C8B-B14F-4D97-AF65-F5344CB8AC3E}">
        <p14:creationId xmlns:p14="http://schemas.microsoft.com/office/powerpoint/2010/main" val="3248097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81c5d539686433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DC89371-164C-4405-BFBE-3DEF7C5D6C20}"/>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12312E"/>
                </a:solidFill>
                <a:latin typeface="Pretendard"/>
                <a:ea typeface="Pretendard"/>
                <a:cs typeface="Pretendard"/>
              </a:defRPr>
            </a:pPr>
            <a:r>
              <a:rPr sz="3450" b="1">
                <a:solidFill>
                  <a:srgbClr val="12312E"/>
                </a:solidFill>
                <a:latin typeface="Pretendard"/>
                <a:ea typeface="Pretendard"/>
                <a:cs typeface="Pretendard"/>
              </a:rPr>
              <a:t>AI는 조건을 제안하고, 계산과 판단은 분리합니다</a:t>
            </a:r>
          </a:p>
        </p:txBody>
      </p:sp>
      <p:sp>
        <p:nvSpPr>
          <p:cNvPr id="3" name="">
            <a:extLst xmlns:a="http://schemas.openxmlformats.org/drawingml/2006/main">
              <a:ext uri="{FF2B5EF4-FFF2-40B4-BE49-F238E27FC236}">
                <a16:creationId xmlns:a16="http://schemas.microsoft.com/office/drawing/2014/main" id="{744E831B-5307-4157-87AD-8EC18A9836E4}"/>
              </a:ext>
            </a:extLst>
          </p:cNvPr>
          <p:cNvSpPr>
            <a:spLocks xmlns:a="http://schemas.openxmlformats.org/drawingml/2006/main" noGrp="1"/>
          </p:cNvSpPr>
          <p:nvPr/>
        </p:nvSpPr>
        <p:spPr>
          <a:xfrm xmlns:a="http://schemas.openxmlformats.org/drawingml/2006/main">
            <a:off x="628650" y="1200150"/>
            <a:ext cx="10934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지피티 4.1 미니 · 조건 후보 제안 · 수치 검산 · 연구자 검토</a:t>
            </a:r>
          </a:p>
        </p:txBody>
      </p:sp>
      <p:sp>
        <p:nvSpPr>
          <p:cNvPr id="4" name="">
            <a:extLst xmlns:a="http://schemas.openxmlformats.org/drawingml/2006/main">
              <a:ext uri="{FF2B5EF4-FFF2-40B4-BE49-F238E27FC236}">
                <a16:creationId xmlns:a16="http://schemas.microsoft.com/office/drawing/2014/main" id="{1BDBFD53-AA3E-4331-9482-307F8B9FA330}"/>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5" name="">
            <a:extLst xmlns:a="http://schemas.openxmlformats.org/drawingml/2006/main">
              <a:ext uri="{FF2B5EF4-FFF2-40B4-BE49-F238E27FC236}">
                <a16:creationId xmlns:a16="http://schemas.microsoft.com/office/drawing/2014/main" id="{8725ED8A-B955-463E-B2AA-9BA0FAEE2058}"/>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03</a:t>
            </a:r>
          </a:p>
        </p:txBody>
      </p:sp>
      <p:sp>
        <p:nvSpPr>
          <p:cNvPr id="6" name="">
            <a:extLst xmlns:a="http://schemas.openxmlformats.org/drawingml/2006/main">
              <a:ext uri="{FF2B5EF4-FFF2-40B4-BE49-F238E27FC236}">
                <a16:creationId xmlns:a16="http://schemas.microsoft.com/office/drawing/2014/main" id="{58AC3FDF-C641-4810-92BB-CB54CD87640C}"/>
              </a:ext>
            </a:extLst>
          </p:cNvPr>
          <p:cNvSpPr>
            <a:spLocks xmlns:a="http://schemas.openxmlformats.org/drawingml/2006/main" noGrp="1"/>
          </p:cNvSpPr>
          <p:nvPr/>
        </p:nvSpPr>
        <p:spPr>
          <a:xfrm xmlns:a="http://schemas.openxmlformats.org/drawingml/2006/main">
            <a:off x="647700" y="2181225"/>
            <a:ext cx="2286000" cy="2152650"/>
          </a:xfrm>
          <a:prstGeom xmlns:a="http://schemas.openxmlformats.org/drawingml/2006/main" prst="roundRect">
            <a:avLst>
              <a:gd name="adj" fmla="val 3540"/>
            </a:avLst>
          </a:prstGeom>
          <a:solidFill xmlns:a="http://schemas.openxmlformats.org/drawingml/2006/main">
            <a:srgbClr val="F5F7FC"/>
          </a:solidFill>
          <a:ln xmlns:a="http://schemas.openxmlformats.org/drawingml/2006/main" w="9525">
            <a:solidFill>
              <a:srgbClr val="C9D1DD"/>
            </a:solidFill>
            <a:prstDash val="solid"/>
          </a:ln>
        </p:spPr>
        <p:txBody>
          <a:bodyPr xmlns:a="http://schemas.openxmlformats.org/drawingml/2006/main" anchor="ctr">
            <a:noAutofit/>
          </a:bodyPr>
          <a:lstStyle xmlns:a="http://schemas.openxmlformats.org/drawingml/2006/main"/>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입력</a:t>
            </a:r>
          </a:p>
          <a:p xmlns:a="http://schemas.openxmlformats.org/drawingml/2006/main">
            <a:r>
              <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원문 발췌</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표 자료·등록 조건</a:t>
            </a:r>
          </a:p>
        </p:txBody>
      </p:sp>
      <p:sp>
        <p:nvSpPr>
          <p:cNvPr id="7" name="">
            <a:extLst xmlns:a="http://schemas.openxmlformats.org/drawingml/2006/main">
              <a:ext uri="{FF2B5EF4-FFF2-40B4-BE49-F238E27FC236}">
                <a16:creationId xmlns:a16="http://schemas.microsoft.com/office/drawing/2014/main" id="{1B072FBB-B9B3-4EC0-9A58-ACDBB7F7448A}"/>
              </a:ext>
            </a:extLst>
          </p:cNvPr>
          <p:cNvSpPr>
            <a:spLocks xmlns:a="http://schemas.openxmlformats.org/drawingml/2006/main" noGrp="1"/>
          </p:cNvSpPr>
          <p:nvPr/>
        </p:nvSpPr>
        <p:spPr>
          <a:xfrm xmlns:a="http://schemas.openxmlformats.org/drawingml/2006/main">
            <a:off x="3457575" y="2181225"/>
            <a:ext cx="2428875" cy="2152650"/>
          </a:xfrm>
          <a:prstGeom xmlns:a="http://schemas.openxmlformats.org/drawingml/2006/main" prst="roundRect">
            <a:avLst>
              <a:gd name="adj" fmla="val 3540"/>
            </a:avLst>
          </a:prstGeom>
          <a:solidFill xmlns:a="http://schemas.openxmlformats.org/drawingml/2006/main">
            <a:srgbClr val="E5E9FF"/>
          </a:solidFill>
          <a:ln xmlns:a="http://schemas.openxmlformats.org/drawingml/2006/main" w="9525">
            <a:solidFill>
              <a:srgbClr val="C9D1DD"/>
            </a:solidFill>
            <a:prstDash val="solid"/>
          </a:ln>
        </p:spPr>
        <p:txBody>
          <a:bodyPr xmlns:a="http://schemas.openxmlformats.org/drawingml/2006/main" anchor="ctr">
            <a:noAutofit/>
          </a:bodyPr>
          <a:lstStyle xmlns:a="http://schemas.openxmlformats.org/drawingml/2006/main"/>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AI 후보</a:t>
            </a:r>
          </a:p>
          <a:p xmlns:a="http://schemas.openxmlformats.org/drawingml/2006/main">
            <a:r>
              <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변수·대상·방법</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미확정 조건</a:t>
            </a:r>
          </a:p>
        </p:txBody>
      </p:sp>
      <p:sp>
        <p:nvSpPr>
          <p:cNvPr id="8" name="">
            <a:extLst xmlns:a="http://schemas.openxmlformats.org/drawingml/2006/main">
              <a:ext uri="{FF2B5EF4-FFF2-40B4-BE49-F238E27FC236}">
                <a16:creationId xmlns:a16="http://schemas.microsoft.com/office/drawing/2014/main" id="{90D14D95-4BE3-4DDE-93E8-3715D942D1A4}"/>
              </a:ext>
            </a:extLst>
          </p:cNvPr>
          <p:cNvSpPr>
            <a:spLocks xmlns:a="http://schemas.openxmlformats.org/drawingml/2006/main" noGrp="1"/>
          </p:cNvSpPr>
          <p:nvPr/>
        </p:nvSpPr>
        <p:spPr>
          <a:xfrm xmlns:a="http://schemas.openxmlformats.org/drawingml/2006/main">
            <a:off x="6410325" y="2181225"/>
            <a:ext cx="2381250" cy="2152650"/>
          </a:xfrm>
          <a:prstGeom xmlns:a="http://schemas.openxmlformats.org/drawingml/2006/main" prst="roundRect">
            <a:avLst>
              <a:gd name="adj" fmla="val 3540"/>
            </a:avLst>
          </a:prstGeom>
          <a:solidFill xmlns:a="http://schemas.openxmlformats.org/drawingml/2006/main">
            <a:srgbClr val="F5F7FC"/>
          </a:solidFill>
          <a:ln xmlns:a="http://schemas.openxmlformats.org/drawingml/2006/main" w="9525">
            <a:solidFill>
              <a:srgbClr val="C9D1DD"/>
            </a:solidFill>
            <a:prstDash val="solid"/>
          </a:ln>
        </p:spPr>
        <p:txBody>
          <a:bodyPr xmlns:a="http://schemas.openxmlformats.org/drawingml/2006/main" anchor="ctr">
            <a:noAutofit/>
          </a:bodyPr>
          <a:lstStyle xmlns:a="http://schemas.openxmlformats.org/drawingml/2006/main"/>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검사·계산</a:t>
            </a:r>
          </a:p>
          <a:p xmlns:a="http://schemas.openxmlformats.org/drawingml/2006/main">
            <a:r>
              <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원문·조건 대조</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행 수·평균 재계산</a:t>
            </a:r>
          </a:p>
        </p:txBody>
      </p:sp>
      <p:sp>
        <p:nvSpPr>
          <p:cNvPr id="9" name="">
            <a:extLst xmlns:a="http://schemas.openxmlformats.org/drawingml/2006/main">
              <a:ext uri="{FF2B5EF4-FFF2-40B4-BE49-F238E27FC236}">
                <a16:creationId xmlns:a16="http://schemas.microsoft.com/office/drawing/2014/main" id="{48E7DEBE-D555-4849-8B47-4BB323134B78}"/>
              </a:ext>
            </a:extLst>
          </p:cNvPr>
          <p:cNvSpPr>
            <a:spLocks xmlns:a="http://schemas.openxmlformats.org/drawingml/2006/main" noGrp="1"/>
          </p:cNvSpPr>
          <p:nvPr/>
        </p:nvSpPr>
        <p:spPr>
          <a:xfrm xmlns:a="http://schemas.openxmlformats.org/drawingml/2006/main">
            <a:off x="9334500" y="2181225"/>
            <a:ext cx="2190750" cy="2152650"/>
          </a:xfrm>
          <a:prstGeom xmlns:a="http://schemas.openxmlformats.org/drawingml/2006/main" prst="roundRect">
            <a:avLst>
              <a:gd name="adj" fmla="val 3540"/>
            </a:avLst>
          </a:prstGeom>
          <a:solidFill xmlns:a="http://schemas.openxmlformats.org/drawingml/2006/main">
            <a:srgbClr val="E9F2F0"/>
          </a:solidFill>
          <a:ln xmlns:a="http://schemas.openxmlformats.org/drawingml/2006/main" w="9525">
            <a:solidFill>
              <a:srgbClr val="C9D1DD"/>
            </a:solidFill>
            <a:prstDash val="solid"/>
          </a:ln>
        </p:spPr>
        <p:txBody>
          <a:bodyPr xmlns:a="http://schemas.openxmlformats.org/drawingml/2006/main" anchor="ctr">
            <a:noAutofit/>
          </a:bodyPr>
          <a:lstStyle xmlns:a="http://schemas.openxmlformats.org/drawingml/2006/main"/>
          <a:p xmlns:a="http://schemas.openxmlformats.org/drawingml/2006/main">
            <a:pPr algn="ctr">
              <a:defRPr sz="1875">
                <a:solidFill>
                  <a:srgbClr val="12312E"/>
                </a:solidFill>
                <a:latin typeface="Pretendard"/>
                <a:ea typeface="Pretendard"/>
                <a:cs typeface="Pretendard"/>
              </a:defRPr>
            </a:pPr>
            <a:r>
              <a:rPr sz="1875">
                <a:solidFill>
                  <a:srgbClr val="12312E"/>
                </a:solidFill>
                <a:latin typeface="Pretendard"/>
                <a:ea typeface="Pretendard"/>
                <a:cs typeface="Pretendard"/>
              </a:rPr>
              <a:t>연구자 판단</a:t>
            </a:r>
          </a:p>
          <a:p xmlns:a="http://schemas.openxmlformats.org/drawingml/2006/main">
            <a:r>
              <a:t/>
            </a:r>
          </a:p>
          <a:p xmlns:a="http://schemas.openxmlformats.org/drawingml/2006/main">
            <a:pPr algn="ctr">
              <a:defRPr sz="1875">
                <a:solidFill>
                  <a:srgbClr val="12312E"/>
                </a:solidFill>
                <a:latin typeface="Pretendard"/>
                <a:ea typeface="Pretendard"/>
                <a:cs typeface="Pretendard"/>
              </a:defRPr>
            </a:pPr>
            <a:r>
              <a:rPr sz="1875">
                <a:solidFill>
                  <a:srgbClr val="12312E"/>
                </a:solidFill>
                <a:latin typeface="Pretendard"/>
                <a:ea typeface="Pretendard"/>
                <a:cs typeface="Pretendard"/>
              </a:rPr>
              <a:t>보류 또는 직접 확인</a:t>
            </a:r>
          </a:p>
          <a:p xmlns:a="http://schemas.openxmlformats.org/drawingml/2006/main">
            <a:pPr algn="ctr">
              <a:defRPr sz="1875">
                <a:solidFill>
                  <a:srgbClr val="12312E"/>
                </a:solidFill>
                <a:latin typeface="Pretendard"/>
                <a:ea typeface="Pretendard"/>
                <a:cs typeface="Pretendard"/>
              </a:defRPr>
            </a:pPr>
            <a:r>
              <a:rPr sz="1875">
                <a:solidFill>
                  <a:srgbClr val="12312E"/>
                </a:solidFill>
                <a:latin typeface="Pretendard"/>
                <a:ea typeface="Pretendard"/>
                <a:cs typeface="Pretendard"/>
              </a:rPr>
              <a:t>검산 보고서</a:t>
            </a:r>
          </a:p>
        </p:txBody>
      </p:sp>
      <p:sp>
        <p:nvSpPr>
          <p:cNvPr id="10" name="">
            <a:extLst xmlns:a="http://schemas.openxmlformats.org/drawingml/2006/main">
              <a:ext uri="{FF2B5EF4-FFF2-40B4-BE49-F238E27FC236}">
                <a16:creationId xmlns:a16="http://schemas.microsoft.com/office/drawing/2014/main" id="{6EBE25FB-92B8-41AD-90CB-9ABED143FDB7}"/>
              </a:ext>
            </a:extLst>
          </p:cNvPr>
          <p:cNvSpPr>
            <a:spLocks xmlns:a="http://schemas.openxmlformats.org/drawingml/2006/main" noGrp="1"/>
          </p:cNvSpPr>
          <p:nvPr/>
        </p:nvSpPr>
        <p:spPr>
          <a:xfrm xmlns:a="http://schemas.openxmlformats.org/drawingml/2006/main">
            <a:off x="2933700" y="3257550"/>
            <a:ext cx="5238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1" name="">
            <a:extLst xmlns:a="http://schemas.openxmlformats.org/drawingml/2006/main">
              <a:ext uri="{FF2B5EF4-FFF2-40B4-BE49-F238E27FC236}">
                <a16:creationId xmlns:a16="http://schemas.microsoft.com/office/drawing/2014/main" id="{0A9CEFA4-65AE-4E82-98D8-DB95781FA169}"/>
              </a:ext>
            </a:extLst>
          </p:cNvPr>
          <p:cNvSpPr>
            <a:spLocks xmlns:a="http://schemas.openxmlformats.org/drawingml/2006/main" noGrp="1"/>
          </p:cNvSpPr>
          <p:nvPr/>
        </p:nvSpPr>
        <p:spPr>
          <a:xfrm xmlns:a="http://schemas.openxmlformats.org/drawingml/2006/main">
            <a:off x="5886450" y="3257550"/>
            <a:ext cx="5238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2" name="">
            <a:extLst xmlns:a="http://schemas.openxmlformats.org/drawingml/2006/main">
              <a:ext uri="{FF2B5EF4-FFF2-40B4-BE49-F238E27FC236}">
                <a16:creationId xmlns:a16="http://schemas.microsoft.com/office/drawing/2014/main" id="{4CC55F8B-D87D-40B1-BD3C-92B9460652FD}"/>
              </a:ext>
            </a:extLst>
          </p:cNvPr>
          <p:cNvSpPr>
            <a:spLocks xmlns:a="http://schemas.openxmlformats.org/drawingml/2006/main" noGrp="1"/>
          </p:cNvSpPr>
          <p:nvPr/>
        </p:nvSpPr>
        <p:spPr>
          <a:xfrm xmlns:a="http://schemas.openxmlformats.org/drawingml/2006/main">
            <a:off x="8791575" y="3257550"/>
            <a:ext cx="54292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3" name="">
            <a:extLst xmlns:a="http://schemas.openxmlformats.org/drawingml/2006/main">
              <a:ext uri="{FF2B5EF4-FFF2-40B4-BE49-F238E27FC236}">
                <a16:creationId xmlns:a16="http://schemas.microsoft.com/office/drawing/2014/main" id="{CAC054D5-716E-43F3-B496-E6DDB762148D}"/>
              </a:ext>
            </a:extLst>
          </p:cNvPr>
          <p:cNvSpPr>
            <a:spLocks xmlns:a="http://schemas.openxmlformats.org/drawingml/2006/main" noGrp="1"/>
          </p:cNvSpPr>
          <p:nvPr/>
        </p:nvSpPr>
        <p:spPr>
          <a:xfrm xmlns:a="http://schemas.openxmlformats.org/drawingml/2006/main">
            <a:off x="676275" y="181927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로컬 파일</a:t>
            </a:r>
          </a:p>
        </p:txBody>
      </p:sp>
      <p:sp>
        <p:nvSpPr>
          <p:cNvPr id="14" name="">
            <a:extLst xmlns:a="http://schemas.openxmlformats.org/drawingml/2006/main">
              <a:ext uri="{FF2B5EF4-FFF2-40B4-BE49-F238E27FC236}">
                <a16:creationId xmlns:a16="http://schemas.microsoft.com/office/drawing/2014/main" id="{6B9F4253-6441-4A11-BFBB-14397924E96F}"/>
              </a:ext>
            </a:extLst>
          </p:cNvPr>
          <p:cNvSpPr>
            <a:spLocks xmlns:a="http://schemas.openxmlformats.org/drawingml/2006/main" noGrp="1"/>
          </p:cNvSpPr>
          <p:nvPr/>
        </p:nvSpPr>
        <p:spPr>
          <a:xfrm xmlns:a="http://schemas.openxmlformats.org/drawingml/2006/main">
            <a:off x="3457575" y="181927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0">
                <a:solidFill>
                  <a:srgbClr val="505DF2"/>
                </a:solidFill>
                <a:latin typeface="Pretendard"/>
                <a:ea typeface="Pretendard"/>
                <a:cs typeface="Pretendard"/>
              </a:defRPr>
            </a:pPr>
            <a:r>
              <a:rPr sz="1425" b="0">
                <a:solidFill>
                  <a:srgbClr val="505DF2"/>
                </a:solidFill>
                <a:latin typeface="Pretendard"/>
                <a:ea typeface="Pretendard"/>
                <a:cs typeface="Pretendard"/>
              </a:rPr>
              <a:t>외부 모델 · 선택 호출</a:t>
            </a:r>
          </a:p>
        </p:txBody>
      </p:sp>
      <p:sp>
        <p:nvSpPr>
          <p:cNvPr id="15" name="">
            <a:extLst xmlns:a="http://schemas.openxmlformats.org/drawingml/2006/main">
              <a:ext uri="{FF2B5EF4-FFF2-40B4-BE49-F238E27FC236}">
                <a16:creationId xmlns:a16="http://schemas.microsoft.com/office/drawing/2014/main" id="{2C37BE3F-38C6-4E55-87DD-C19A7105AEF6}"/>
              </a:ext>
            </a:extLst>
          </p:cNvPr>
          <p:cNvSpPr>
            <a:spLocks xmlns:a="http://schemas.openxmlformats.org/drawingml/2006/main" noGrp="1"/>
          </p:cNvSpPr>
          <p:nvPr/>
        </p:nvSpPr>
        <p:spPr>
          <a:xfrm xmlns:a="http://schemas.openxmlformats.org/drawingml/2006/main">
            <a:off x="6410325" y="18192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정해진 규칙으로 계산</a:t>
            </a:r>
          </a:p>
        </p:txBody>
      </p:sp>
      <p:sp>
        <p:nvSpPr>
          <p:cNvPr id="16" name="">
            <a:extLst xmlns:a="http://schemas.openxmlformats.org/drawingml/2006/main">
              <a:ext uri="{FF2B5EF4-FFF2-40B4-BE49-F238E27FC236}">
                <a16:creationId xmlns:a16="http://schemas.microsoft.com/office/drawing/2014/main" id="{96467426-32ED-4DC8-BFC3-1C31F4069278}"/>
              </a:ext>
            </a:extLst>
          </p:cNvPr>
          <p:cNvSpPr>
            <a:spLocks xmlns:a="http://schemas.openxmlformats.org/drawingml/2006/main" noGrp="1"/>
          </p:cNvSpPr>
          <p:nvPr/>
        </p:nvSpPr>
        <p:spPr>
          <a:xfrm xmlns:a="http://schemas.openxmlformats.org/drawingml/2006/main">
            <a:off x="9334500" y="181927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0">
                <a:solidFill>
                  <a:srgbClr val="28684E"/>
                </a:solidFill>
                <a:latin typeface="Pretendard"/>
                <a:ea typeface="Pretendard"/>
                <a:cs typeface="Pretendard"/>
              </a:defRPr>
            </a:pPr>
            <a:r>
              <a:rPr sz="1425" b="0">
                <a:solidFill>
                  <a:srgbClr val="28684E"/>
                </a:solidFill>
                <a:latin typeface="Pretendard"/>
                <a:ea typeface="Pretendard"/>
                <a:cs typeface="Pretendard"/>
              </a:rPr>
              <a:t>최종 책임 · 사람</a:t>
            </a:r>
          </a:p>
        </p:txBody>
      </p:sp>
      <p:sp>
        <p:nvSpPr>
          <p:cNvPr id="17" name="">
            <a:extLst xmlns:a="http://schemas.openxmlformats.org/drawingml/2006/main">
              <a:ext uri="{FF2B5EF4-FFF2-40B4-BE49-F238E27FC236}">
                <a16:creationId xmlns:a16="http://schemas.microsoft.com/office/drawing/2014/main" id="{9EF5B1CB-1F2F-4336-BAC4-AFB7CA4DF8B7}"/>
              </a:ext>
            </a:extLst>
          </p:cNvPr>
          <p:cNvSpPr>
            <a:spLocks xmlns:a="http://schemas.openxmlformats.org/drawingml/2006/main" noGrp="1"/>
          </p:cNvSpPr>
          <p:nvPr/>
        </p:nvSpPr>
        <p:spPr>
          <a:xfrm xmlns:a="http://schemas.openxmlformats.org/drawingml/2006/main">
            <a:off x="676275" y="4848225"/>
            <a:ext cx="15430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650" b="1">
                <a:solidFill>
                  <a:srgbClr val="505DF2"/>
                </a:solidFill>
                <a:latin typeface="Pretendard"/>
                <a:ea typeface="Pretendard"/>
                <a:cs typeface="Pretendard"/>
              </a:defRPr>
            </a:pPr>
            <a:r>
              <a:rPr sz="4650" b="1">
                <a:solidFill>
                  <a:srgbClr val="505DF2"/>
                </a:solidFill>
                <a:latin typeface="Pretendard"/>
                <a:ea typeface="Pretendard"/>
                <a:cs typeface="Pretendard"/>
              </a:rPr>
              <a:t>1건</a:t>
            </a:r>
          </a:p>
        </p:txBody>
      </p:sp>
      <p:sp>
        <p:nvSpPr>
          <p:cNvPr id="18" name="">
            <a:extLst xmlns:a="http://schemas.openxmlformats.org/drawingml/2006/main">
              <a:ext uri="{FF2B5EF4-FFF2-40B4-BE49-F238E27FC236}">
                <a16:creationId xmlns:a16="http://schemas.microsoft.com/office/drawing/2014/main" id="{DB20490C-71BD-40E1-A3B8-58E85F9C4477}"/>
              </a:ext>
            </a:extLst>
          </p:cNvPr>
          <p:cNvSpPr>
            <a:spLocks xmlns:a="http://schemas.openxmlformats.org/drawingml/2006/main" noGrp="1"/>
          </p:cNvSpPr>
          <p:nvPr/>
        </p:nvSpPr>
        <p:spPr>
          <a:xfrm xmlns:a="http://schemas.openxmlformats.org/drawingml/2006/main">
            <a:off x="2324100" y="4933950"/>
            <a:ext cx="5238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12312E"/>
                </a:solidFill>
                <a:latin typeface="Pretendard"/>
                <a:ea typeface="Pretendard"/>
                <a:cs typeface="Pretendard"/>
              </a:defRPr>
            </a:pPr>
            <a:r>
              <a:rPr sz="2025" b="0">
                <a:solidFill>
                  <a:srgbClr val="12312E"/>
                </a:solidFill>
                <a:latin typeface="Pretendard"/>
                <a:ea typeface="Pretendard"/>
                <a:cs typeface="Pretendard"/>
              </a:rPr>
              <a:t>실제 정상 사례 조건 추출 기록</a:t>
            </a:r>
          </a:p>
          <a:p xmlns:a="http://schemas.openxmlformats.org/drawingml/2006/main">
            <a:pPr algn="l">
              <a:lnSpc>
                <a:spcPct val="108000"/>
              </a:lnSpc>
              <a:buNone/>
              <a:defRPr sz="2025" b="0">
                <a:solidFill>
                  <a:srgbClr val="12312E"/>
                </a:solidFill>
                <a:latin typeface="Pretendard"/>
                <a:ea typeface="Pretendard"/>
                <a:cs typeface="Pretendard"/>
              </a:defRPr>
            </a:pPr>
            <a:r>
              <a:rPr sz="2025" b="0">
                <a:solidFill>
                  <a:srgbClr val="12312E"/>
                </a:solidFill>
                <a:latin typeface="Pretendard"/>
                <a:ea typeface="Pretendard"/>
                <a:cs typeface="Pretendard"/>
              </a:rPr>
              <a:t>사람 승인 대기</a:t>
            </a:r>
          </a:p>
        </p:txBody>
      </p:sp>
      <p:sp>
        <p:nvSpPr>
          <p:cNvPr id="19" name="">
            <a:extLst xmlns:a="http://schemas.openxmlformats.org/drawingml/2006/main">
              <a:ext uri="{FF2B5EF4-FFF2-40B4-BE49-F238E27FC236}">
                <a16:creationId xmlns:a16="http://schemas.microsoft.com/office/drawing/2014/main" id="{5C34DA43-085A-4A0C-A7E5-4CCC4E89D2E1}"/>
              </a:ext>
            </a:extLst>
          </p:cNvPr>
          <p:cNvSpPr>
            <a:spLocks xmlns:a="http://schemas.openxmlformats.org/drawingml/2006/main" noGrp="1"/>
          </p:cNvSpPr>
          <p:nvPr/>
        </p:nvSpPr>
        <p:spPr>
          <a:xfrm xmlns:a="http://schemas.openxmlformats.org/drawingml/2006/main">
            <a:off x="8058150" y="4933950"/>
            <a:ext cx="3476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AI 비평 경로는 구현</a:t>
            </a:r>
          </a:p>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새 실제 두 단계 응답은 미확보</a:t>
            </a:r>
          </a:p>
        </p:txBody>
      </p:sp>
      <p:sp>
        <p:nvSpPr>
          <p:cNvPr id="20" name="">
            <a:extLst xmlns:a="http://schemas.openxmlformats.org/drawingml/2006/main">
              <a:ext uri="{FF2B5EF4-FFF2-40B4-BE49-F238E27FC236}">
                <a16:creationId xmlns:a16="http://schemas.microsoft.com/office/drawing/2014/main" id="{D3D67FB4-AC55-4196-BBB4-FD287A642054}"/>
              </a:ext>
            </a:extLst>
          </p:cNvPr>
          <p:cNvSpPr>
            <a:spLocks xmlns:a="http://schemas.openxmlformats.org/drawingml/2006/main" noGrp="1"/>
          </p:cNvSpPr>
          <p:nvPr/>
        </p:nvSpPr>
        <p:spPr>
          <a:xfrm xmlns:a="http://schemas.openxmlformats.org/drawingml/2006/main">
            <a:off x="676275" y="5953125"/>
            <a:ext cx="1085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6B7482"/>
                </a:solidFill>
                <a:latin typeface="Pretendard"/>
                <a:ea typeface="Pretendard"/>
                <a:cs typeface="Pretendard"/>
              </a:defRPr>
            </a:pPr>
            <a:r>
              <a:rPr sz="1350" b="0">
                <a:solidFill>
                  <a:srgbClr val="6B7482"/>
                </a:solidFill>
                <a:latin typeface="Pretendard"/>
                <a:ea typeface="Pretendard"/>
                <a:cs typeface="Pretendard"/>
              </a:rPr>
              <a:t>원문·표 자료는 내 컴퓨터에서 검산 · 보고서는 파일 저장 · 팀 작업실 저장소는 별도</a:t>
            </a:r>
          </a:p>
        </p:txBody>
      </p:sp>
    </p:spTree>
    <p:extLst>
      <p:ext uri="{BB962C8B-B14F-4D97-AF65-F5344CB8AC3E}">
        <p14:creationId xmlns:p14="http://schemas.microsoft.com/office/powerpoint/2010/main" val="4981053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1164017b90a4c8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91EDF6-B280-4907-92DE-8E80DD12BA38}"/>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12312E"/>
                </a:solidFill>
                <a:latin typeface="Pretendard"/>
                <a:ea typeface="Pretendard"/>
                <a:cs typeface="Pretendard"/>
              </a:defRPr>
            </a:pPr>
            <a:r>
              <a:rPr sz="3450" b="1">
                <a:solidFill>
                  <a:srgbClr val="12312E"/>
                </a:solidFill>
                <a:latin typeface="Pretendard"/>
                <a:ea typeface="Pretendard"/>
                <a:cs typeface="Pretendard"/>
              </a:rPr>
              <a:t>실제 화면에서 검산하고, 저장한 결과를 다시 엽니다</a:t>
            </a:r>
          </a:p>
        </p:txBody>
      </p:sp>
      <p:sp>
        <p:nvSpPr>
          <p:cNvPr id="3" name="">
            <a:extLst xmlns:a="http://schemas.openxmlformats.org/drawingml/2006/main">
              <a:ext uri="{FF2B5EF4-FFF2-40B4-BE49-F238E27FC236}">
                <a16:creationId xmlns:a16="http://schemas.microsoft.com/office/drawing/2014/main" id="{89BC6E00-5C6D-4F5F-8CEC-4180375BC0EF}"/>
              </a:ext>
            </a:extLst>
          </p:cNvPr>
          <p:cNvSpPr>
            <a:spLocks xmlns:a="http://schemas.openxmlformats.org/drawingml/2006/main" noGrp="1"/>
          </p:cNvSpPr>
          <p:nvPr/>
        </p:nvSpPr>
        <p:spPr>
          <a:xfrm xmlns:a="http://schemas.openxmlformats.org/drawingml/2006/main">
            <a:off x="628650" y="1200150"/>
            <a:ext cx="10934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로컬 조작 녹화 · 사례 선택 · 조건 검산 · 보고서 저장·재열기</a:t>
            </a:r>
          </a:p>
        </p:txBody>
      </p:sp>
      <p:sp>
        <p:nvSpPr>
          <p:cNvPr id="4" name="">
            <a:extLst xmlns:a="http://schemas.openxmlformats.org/drawingml/2006/main">
              <a:ext uri="{FF2B5EF4-FFF2-40B4-BE49-F238E27FC236}">
                <a16:creationId xmlns:a16="http://schemas.microsoft.com/office/drawing/2014/main" id="{056267F9-5BC5-42C7-A711-D3752DD5E3B3}"/>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5" name="">
            <a:extLst xmlns:a="http://schemas.openxmlformats.org/drawingml/2006/main">
              <a:ext uri="{FF2B5EF4-FFF2-40B4-BE49-F238E27FC236}">
                <a16:creationId xmlns:a16="http://schemas.microsoft.com/office/drawing/2014/main" id="{1626CE89-0BF8-4E52-A7C9-2CCB046AF673}"/>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04</a:t>
            </a:r>
          </a:p>
        </p:txBody>
      </p:sp>
      <p:sp>
        <p:nvSpPr>
          <p:cNvPr id="6" name="">
            <a:extLst xmlns:a="http://schemas.openxmlformats.org/drawingml/2006/main">
              <a:ext uri="{FF2B5EF4-FFF2-40B4-BE49-F238E27FC236}">
                <a16:creationId xmlns:a16="http://schemas.microsoft.com/office/drawing/2014/main" id="{A678B948-E4FC-41C0-A8D3-704643DDE097}"/>
              </a:ext>
            </a:extLst>
          </p:cNvPr>
          <p:cNvSpPr>
            <a:spLocks xmlns:a="http://schemas.openxmlformats.org/drawingml/2006/main" noGrp="1"/>
          </p:cNvSpPr>
          <p:nvPr/>
        </p:nvSpPr>
        <p:spPr>
          <a:xfrm xmlns:a="http://schemas.openxmlformats.org/drawingml/2006/main">
            <a:off x="647700" y="1933575"/>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2312E"/>
                </a:solidFill>
                <a:latin typeface="Pretendard"/>
                <a:ea typeface="Pretendard"/>
                <a:cs typeface="Pretendard"/>
              </a:defRPr>
            </a:pPr>
            <a:r>
              <a:rPr sz="2025" b="1">
                <a:solidFill>
                  <a:srgbClr val="12312E"/>
                </a:solidFill>
                <a:latin typeface="Pretendard"/>
                <a:ea typeface="Pretendard"/>
                <a:cs typeface="Pretendard"/>
              </a:rPr>
              <a:t>01  사례 선택</a:t>
            </a:r>
          </a:p>
        </p:txBody>
      </p:sp>
      <p:sp>
        <p:nvSpPr>
          <p:cNvPr id="7" name="">
            <a:extLst xmlns:a="http://schemas.openxmlformats.org/drawingml/2006/main">
              <a:ext uri="{FF2B5EF4-FFF2-40B4-BE49-F238E27FC236}">
                <a16:creationId xmlns:a16="http://schemas.microsoft.com/office/drawing/2014/main" id="{367A1775-94AC-4251-AF0E-806F9D8294DB}"/>
              </a:ext>
            </a:extLst>
          </p:cNvPr>
          <p:cNvSpPr>
            <a:spLocks xmlns:a="http://schemas.openxmlformats.org/drawingml/2006/main" noGrp="1"/>
          </p:cNvSpPr>
          <p:nvPr/>
        </p:nvSpPr>
        <p:spPr>
          <a:xfrm xmlns:a="http://schemas.openxmlformats.org/drawingml/2006/main">
            <a:off x="4467225" y="1933575"/>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2312E"/>
                </a:solidFill>
                <a:latin typeface="Pretendard"/>
                <a:ea typeface="Pretendard"/>
                <a:cs typeface="Pretendard"/>
              </a:defRPr>
            </a:pPr>
            <a:r>
              <a:rPr sz="2025" b="1">
                <a:solidFill>
                  <a:srgbClr val="12312E"/>
                </a:solidFill>
                <a:latin typeface="Pretendard"/>
                <a:ea typeface="Pretendard"/>
                <a:cs typeface="Pretendard"/>
              </a:rPr>
              <a:t>02  조건 검산</a:t>
            </a:r>
          </a:p>
        </p:txBody>
      </p:sp>
      <p:sp>
        <p:nvSpPr>
          <p:cNvPr id="8" name="">
            <a:extLst xmlns:a="http://schemas.openxmlformats.org/drawingml/2006/main">
              <a:ext uri="{FF2B5EF4-FFF2-40B4-BE49-F238E27FC236}">
                <a16:creationId xmlns:a16="http://schemas.microsoft.com/office/drawing/2014/main" id="{7DF5E51B-C93B-4F44-B55C-B393F6EFB31E}"/>
              </a:ext>
            </a:extLst>
          </p:cNvPr>
          <p:cNvSpPr>
            <a:spLocks xmlns:a="http://schemas.openxmlformats.org/drawingml/2006/main" noGrp="1"/>
          </p:cNvSpPr>
          <p:nvPr/>
        </p:nvSpPr>
        <p:spPr>
          <a:xfrm xmlns:a="http://schemas.openxmlformats.org/drawingml/2006/main">
            <a:off x="8286750" y="1933575"/>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2312E"/>
                </a:solidFill>
                <a:latin typeface="Pretendard"/>
                <a:ea typeface="Pretendard"/>
                <a:cs typeface="Pretendard"/>
              </a:defRPr>
            </a:pPr>
            <a:r>
              <a:rPr sz="2025" b="1">
                <a:solidFill>
                  <a:srgbClr val="12312E"/>
                </a:solidFill>
                <a:latin typeface="Pretendard"/>
                <a:ea typeface="Pretendard"/>
                <a:cs typeface="Pretendard"/>
              </a:rPr>
              <a:t>03  저장·재열기</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ce382633bf44ab9"/>
          <a:stretch xmlns:a="http://schemas.openxmlformats.org/drawingml/2006/main"/>
        </p:blipFill>
        <p:spPr>
          <a:xfrm xmlns:a="http://schemas.openxmlformats.org/drawingml/2006/main">
            <a:off x="647700" y="2909888"/>
            <a:ext cx="3276600" cy="2047875"/>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ede8cf2affe406c"/>
          <a:stretch xmlns:a="http://schemas.openxmlformats.org/drawingml/2006/main"/>
        </p:blipFill>
        <p:spPr>
          <a:xfrm xmlns:a="http://schemas.openxmlformats.org/drawingml/2006/main">
            <a:off x="4467225" y="2918989"/>
            <a:ext cx="3276600" cy="2029672"/>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b213f33e0eb4ec3"/>
          <a:stretch xmlns:a="http://schemas.openxmlformats.org/drawingml/2006/main"/>
        </p:blipFill>
        <p:spPr>
          <a:xfrm xmlns:a="http://schemas.openxmlformats.org/drawingml/2006/main">
            <a:off x="8286750" y="2591329"/>
            <a:ext cx="3276600" cy="2684992"/>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FB9AC23-F423-4AC5-B91C-63AD9BC605D6}"/>
              </a:ext>
            </a:extLst>
          </p:cNvPr>
          <p:cNvSpPr>
            <a:spLocks xmlns:a="http://schemas.openxmlformats.org/drawingml/2006/main" noGrp="1"/>
          </p:cNvSpPr>
          <p:nvPr/>
        </p:nvSpPr>
        <p:spPr>
          <a:xfrm xmlns:a="http://schemas.openxmlformats.org/drawingml/2006/main">
            <a:off x="647700" y="5572125"/>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B7482"/>
                </a:solidFill>
                <a:latin typeface="Pretendard"/>
                <a:ea typeface="Pretendard"/>
                <a:cs typeface="Pretendard"/>
              </a:defRPr>
            </a:pPr>
            <a:r>
              <a:rPr sz="1725" b="0">
                <a:solidFill>
                  <a:srgbClr val="6B7482"/>
                </a:solidFill>
                <a:latin typeface="Pretendard"/>
                <a:ea typeface="Pretendard"/>
                <a:cs typeface="Pretendard"/>
              </a:rPr>
              <a:t>원문과 조건을 확인</a:t>
            </a:r>
          </a:p>
        </p:txBody>
      </p:sp>
      <p:sp>
        <p:nvSpPr>
          <p:cNvPr id="13" name="">
            <a:extLst xmlns:a="http://schemas.openxmlformats.org/drawingml/2006/main">
              <a:ext uri="{FF2B5EF4-FFF2-40B4-BE49-F238E27FC236}">
                <a16:creationId xmlns:a16="http://schemas.microsoft.com/office/drawing/2014/main" id="{3A764A53-865F-4FFD-B559-99E721CAF726}"/>
              </a:ext>
            </a:extLst>
          </p:cNvPr>
          <p:cNvSpPr>
            <a:spLocks xmlns:a="http://schemas.openxmlformats.org/drawingml/2006/main" noGrp="1"/>
          </p:cNvSpPr>
          <p:nvPr/>
        </p:nvSpPr>
        <p:spPr>
          <a:xfrm xmlns:a="http://schemas.openxmlformats.org/drawingml/2006/main">
            <a:off x="4467225" y="5572125"/>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B7482"/>
                </a:solidFill>
                <a:latin typeface="Pretendard"/>
                <a:ea typeface="Pretendard"/>
                <a:cs typeface="Pretendard"/>
              </a:defRPr>
            </a:pPr>
            <a:r>
              <a:rPr sz="1725" b="0">
                <a:solidFill>
                  <a:srgbClr val="6B7482"/>
                </a:solidFill>
                <a:latin typeface="Pretendard"/>
                <a:ea typeface="Pretendard"/>
                <a:cs typeface="Pretendard"/>
              </a:rPr>
              <a:t>53명 · 보고값 49.32세</a:t>
            </a:r>
          </a:p>
        </p:txBody>
      </p:sp>
      <p:sp>
        <p:nvSpPr>
          <p:cNvPr id="14" name="">
            <a:extLst xmlns:a="http://schemas.openxmlformats.org/drawingml/2006/main">
              <a:ext uri="{FF2B5EF4-FFF2-40B4-BE49-F238E27FC236}">
                <a16:creationId xmlns:a16="http://schemas.microsoft.com/office/drawing/2014/main" id="{ED5164EE-EAF0-4B24-8A0E-01106EAD4D6D}"/>
              </a:ext>
            </a:extLst>
          </p:cNvPr>
          <p:cNvSpPr>
            <a:spLocks xmlns:a="http://schemas.openxmlformats.org/drawingml/2006/main" noGrp="1"/>
          </p:cNvSpPr>
          <p:nvPr/>
        </p:nvSpPr>
        <p:spPr>
          <a:xfrm xmlns:a="http://schemas.openxmlformats.org/drawingml/2006/main">
            <a:off x="8286750" y="5572125"/>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B7482"/>
                </a:solidFill>
                <a:latin typeface="Pretendard"/>
                <a:ea typeface="Pretendard"/>
                <a:cs typeface="Pretendard"/>
              </a:defRPr>
            </a:pPr>
            <a:r>
              <a:rPr sz="1725" b="0">
                <a:solidFill>
                  <a:srgbClr val="6B7482"/>
                </a:solidFill>
                <a:latin typeface="Pretendard"/>
                <a:ea typeface="Pretendard"/>
                <a:cs typeface="Pretendard"/>
              </a:rPr>
              <a:t>현재 자료와 결속 확인</a:t>
            </a:r>
          </a:p>
        </p:txBody>
      </p:sp>
      <p:sp>
        <p:nvSpPr>
          <p:cNvPr id="15" name="">
            <a:extLst xmlns:a="http://schemas.openxmlformats.org/drawingml/2006/main">
              <a:ext uri="{FF2B5EF4-FFF2-40B4-BE49-F238E27FC236}">
                <a16:creationId xmlns:a16="http://schemas.microsoft.com/office/drawing/2014/main" id="{0A1F78E3-1E12-4AD9-869D-22C9EB26EA1F}"/>
              </a:ext>
            </a:extLst>
          </p:cNvPr>
          <p:cNvSpPr>
            <a:spLocks xmlns:a="http://schemas.openxmlformats.org/drawingml/2006/main" noGrp="1"/>
          </p:cNvSpPr>
          <p:nvPr/>
        </p:nvSpPr>
        <p:spPr>
          <a:xfrm xmlns:a="http://schemas.openxmlformats.org/drawingml/2006/main">
            <a:off x="666750" y="6038850"/>
            <a:ext cx="1083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6B7482"/>
                </a:solidFill>
                <a:latin typeface="Pretendard"/>
                <a:ea typeface="Pretendard"/>
                <a:cs typeface="Pretendard"/>
              </a:defRPr>
            </a:pPr>
            <a:r>
              <a:rPr sz="1350" b="0">
                <a:solidFill>
                  <a:srgbClr val="6B7482"/>
                </a:solidFill>
                <a:latin typeface="Pretendard"/>
                <a:ea typeface="Pretendard"/>
                <a:cs typeface="Pretendard"/>
              </a:rPr>
              <a:t>이 녹화는 수동 검산입니다. 실제 AI 실행·사람 승인 완료를 뜻하지 않습니다.</a:t>
            </a:r>
          </a:p>
        </p:txBody>
      </p:sp>
    </p:spTree>
    <p:extLst>
      <p:ext uri="{BB962C8B-B14F-4D97-AF65-F5344CB8AC3E}">
        <p14:creationId xmlns:p14="http://schemas.microsoft.com/office/powerpoint/2010/main" val="4472125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3a27739d745468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4D313F-A50A-4696-A593-29DA078A847F}"/>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12312E"/>
                </a:solidFill>
                <a:latin typeface="Pretendard"/>
                <a:ea typeface="Pretendard"/>
                <a:cs typeface="Pretendard"/>
              </a:defRPr>
            </a:pPr>
            <a:r>
              <a:rPr sz="3450" b="1">
                <a:solidFill>
                  <a:srgbClr val="12312E"/>
                </a:solidFill>
                <a:latin typeface="Pretendard"/>
                <a:ea typeface="Pretendard"/>
                <a:cs typeface="Pretendard"/>
              </a:rPr>
              <a:t>등록한 8사례에서, 일치·불일치·보류를 구분했습니다</a:t>
            </a:r>
          </a:p>
        </p:txBody>
      </p:sp>
      <p:sp>
        <p:nvSpPr>
          <p:cNvPr id="3" name="">
            <a:extLst xmlns:a="http://schemas.openxmlformats.org/drawingml/2006/main">
              <a:ext uri="{FF2B5EF4-FFF2-40B4-BE49-F238E27FC236}">
                <a16:creationId xmlns:a16="http://schemas.microsoft.com/office/drawing/2014/main" id="{8EA1FC23-6350-4A18-ADEC-44CED27DB16B}"/>
              </a:ext>
            </a:extLst>
          </p:cNvPr>
          <p:cNvSpPr>
            <a:spLocks xmlns:a="http://schemas.openxmlformats.org/drawingml/2006/main" noGrp="1"/>
          </p:cNvSpPr>
          <p:nvPr/>
        </p:nvSpPr>
        <p:spPr>
          <a:xfrm xmlns:a="http://schemas.openxmlformats.org/drawingml/2006/main">
            <a:off x="628650" y="1200150"/>
            <a:ext cx="10934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정상·계산 불일치·근거 부족·자료 변경을 각 2건씩 사전 고정</a:t>
            </a:r>
          </a:p>
        </p:txBody>
      </p:sp>
      <p:sp>
        <p:nvSpPr>
          <p:cNvPr id="4" name="">
            <a:extLst xmlns:a="http://schemas.openxmlformats.org/drawingml/2006/main">
              <a:ext uri="{FF2B5EF4-FFF2-40B4-BE49-F238E27FC236}">
                <a16:creationId xmlns:a16="http://schemas.microsoft.com/office/drawing/2014/main" id="{FDFC6D37-C904-4CDE-8442-BA70979E1D45}"/>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5" name="">
            <a:extLst xmlns:a="http://schemas.openxmlformats.org/drawingml/2006/main">
              <a:ext uri="{FF2B5EF4-FFF2-40B4-BE49-F238E27FC236}">
                <a16:creationId xmlns:a16="http://schemas.microsoft.com/office/drawing/2014/main" id="{1F0D3A0A-F13D-4E65-A26C-100DFEDA60FB}"/>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05</a:t>
            </a:r>
          </a:p>
        </p:txBody>
      </p:sp>
      <p:sp>
        <p:nvSpPr>
          <p:cNvPr id="6" name="">
            <a:extLst xmlns:a="http://schemas.openxmlformats.org/drawingml/2006/main">
              <a:ext uri="{FF2B5EF4-FFF2-40B4-BE49-F238E27FC236}">
                <a16:creationId xmlns:a16="http://schemas.microsoft.com/office/drawing/2014/main" id="{FC010FC9-93C3-49B3-ADCD-E7EB72E756D0}"/>
              </a:ext>
            </a:extLst>
          </p:cNvPr>
          <p:cNvSpPr>
            <a:spLocks xmlns:a="http://schemas.openxmlformats.org/drawingml/2006/main" noGrp="1"/>
          </p:cNvSpPr>
          <p:nvPr/>
        </p:nvSpPr>
        <p:spPr>
          <a:xfrm xmlns:a="http://schemas.openxmlformats.org/drawingml/2006/main">
            <a:off x="657225" y="2105025"/>
            <a:ext cx="3676650"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8400" b="1">
                <a:solidFill>
                  <a:srgbClr val="505DF2"/>
                </a:solidFill>
                <a:latin typeface="Pretendard"/>
                <a:ea typeface="Pretendard"/>
                <a:cs typeface="Pretendard"/>
              </a:defRPr>
            </a:pPr>
            <a:r>
              <a:rPr sz="8400" b="1">
                <a:solidFill>
                  <a:srgbClr val="505DF2"/>
                </a:solidFill>
                <a:latin typeface="Pretendard"/>
                <a:ea typeface="Pretendard"/>
                <a:cs typeface="Pretendard"/>
              </a:rPr>
              <a:t>8/8</a:t>
            </a:r>
          </a:p>
        </p:txBody>
      </p:sp>
      <p:sp>
        <p:nvSpPr>
          <p:cNvPr id="7" name="">
            <a:extLst xmlns:a="http://schemas.openxmlformats.org/drawingml/2006/main">
              <a:ext uri="{FF2B5EF4-FFF2-40B4-BE49-F238E27FC236}">
                <a16:creationId xmlns:a16="http://schemas.microsoft.com/office/drawing/2014/main" id="{47314520-8AF7-4F45-94C3-9B35E96410B5}"/>
              </a:ext>
            </a:extLst>
          </p:cNvPr>
          <p:cNvSpPr>
            <a:spLocks xmlns:a="http://schemas.openxmlformats.org/drawingml/2006/main" noGrp="1"/>
          </p:cNvSpPr>
          <p:nvPr/>
        </p:nvSpPr>
        <p:spPr>
          <a:xfrm xmlns:a="http://schemas.openxmlformats.org/drawingml/2006/main">
            <a:off x="695325" y="3638550"/>
            <a:ext cx="34956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2312E"/>
                </a:solidFill>
                <a:latin typeface="Pretendard"/>
                <a:ea typeface="Pretendard"/>
                <a:cs typeface="Pretendard"/>
              </a:defRPr>
            </a:pPr>
            <a:r>
              <a:rPr sz="2025" b="1">
                <a:solidFill>
                  <a:srgbClr val="12312E"/>
                </a:solidFill>
                <a:latin typeface="Pretendard"/>
                <a:ea typeface="Pretendard"/>
                <a:cs typeface="Pretendard"/>
              </a:rPr>
              <a:t>사전 등록 판정과 일치</a:t>
            </a:r>
          </a:p>
          <a:p xmlns:a="http://schemas.openxmlformats.org/drawingml/2006/main">
            <a:pPr algn="l">
              <a:lnSpc>
                <a:spcPct val="108000"/>
              </a:lnSpc>
              <a:buNone/>
              <a:defRPr sz="2025" b="1">
                <a:solidFill>
                  <a:srgbClr val="12312E"/>
                </a:solidFill>
                <a:latin typeface="Pretendard"/>
                <a:ea typeface="Pretendard"/>
                <a:cs typeface="Pretendard"/>
              </a:defRPr>
            </a:pPr>
            <a:r>
              <a:rPr sz="2025" b="1">
                <a:solidFill>
                  <a:srgbClr val="12312E"/>
                </a:solidFill>
                <a:latin typeface="Pretendard"/>
                <a:ea typeface="Pretendard"/>
                <a:cs typeface="Pretendard"/>
              </a:rPr>
              <a:t>일반 정확도 아님</a:t>
            </a:r>
          </a:p>
        </p:txBody>
      </p:sp>
      <p:sp>
        <p:nvSpPr>
          <p:cNvPr id="8" name="">
            <a:extLst xmlns:a="http://schemas.openxmlformats.org/drawingml/2006/main">
              <a:ext uri="{FF2B5EF4-FFF2-40B4-BE49-F238E27FC236}">
                <a16:creationId xmlns:a16="http://schemas.microsoft.com/office/drawing/2014/main" id="{72589CF8-15FD-4117-AE6B-627D70F5218D}"/>
              </a:ext>
            </a:extLst>
          </p:cNvPr>
          <p:cNvSpPr>
            <a:spLocks xmlns:a="http://schemas.openxmlformats.org/drawingml/2006/main" noGrp="1"/>
          </p:cNvSpPr>
          <p:nvPr/>
        </p:nvSpPr>
        <p:spPr>
          <a:xfrm xmlns:a="http://schemas.openxmlformats.org/drawingml/2006/main">
            <a:off x="723900" y="4772025"/>
            <a:ext cx="3381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B7482"/>
                </a:solidFill>
                <a:latin typeface="Pretendard"/>
                <a:ea typeface="Pretendard"/>
                <a:cs typeface="Pretendard"/>
              </a:defRPr>
            </a:pPr>
            <a:r>
              <a:rPr sz="2025" b="0">
                <a:solidFill>
                  <a:srgbClr val="6B7482"/>
                </a:solidFill>
                <a:latin typeface="Pretendard"/>
                <a:ea typeface="Pretendard"/>
                <a:cs typeface="Pretendard"/>
              </a:rPr>
              <a:t>변경 2건 모두</a:t>
            </a:r>
          </a:p>
          <a:p xmlns:a="http://schemas.openxmlformats.org/drawingml/2006/main">
            <a:pPr algn="l">
              <a:lnSpc>
                <a:spcPct val="108000"/>
              </a:lnSpc>
              <a:buNone/>
              <a:defRPr sz="2025" b="0">
                <a:solidFill>
                  <a:srgbClr val="6B7482"/>
                </a:solidFill>
                <a:latin typeface="Pretendard"/>
                <a:ea typeface="Pretendard"/>
                <a:cs typeface="Pretendard"/>
              </a:defRPr>
            </a:pPr>
            <a:r>
              <a:rPr sz="2025" b="0">
                <a:solidFill>
                  <a:srgbClr val="6B7482"/>
                </a:solidFill>
                <a:latin typeface="Pretendard"/>
                <a:ea typeface="Pretendard"/>
                <a:cs typeface="Pretendard"/>
              </a:rPr>
              <a:t>이전 결과 재사용 차단</a:t>
            </a:r>
          </a:p>
        </p:txBody>
      </p:sp>
      <p:graphicFrame>
        <p:nvGraphicFramePr>
          <p:cNvPr id="19" name="Chart"/>
          <p:cNvGraphicFramePr/>
          <p:nvPr/>
        </p:nvGraphicFramePr>
        <p:xfrm>
          <a:off xmlns:a="http://schemas.openxmlformats.org/drawingml/2006/main" x="4343400" y="1981200"/>
          <a:ext xmlns:a="http://schemas.openxmlformats.org/drawingml/2006/main" cx="7200900" cy="3695700"/>
        </p:xfrm>
        <a:graphic xmlns:a="http://schemas.openxmlformats.org/drawingml/2006/main">
          <a:graphicData uri="http://schemas.openxmlformats.org/drawingml/2006/chart">
            <c:chart xmlns:r="http://schemas.openxmlformats.org/officeDocument/2006/relationships" xmlns:c="http://schemas.openxmlformats.org/drawingml/2006/chart" r:id="Raf777111ef124bf1"/>
          </a:graphicData>
        </a:graphic>
      </p:graphicFrame>
      <p:sp>
        <p:nvSpPr>
          <p:cNvPr id="10" name="">
            <a:extLst xmlns:a="http://schemas.openxmlformats.org/drawingml/2006/main">
              <a:ext uri="{FF2B5EF4-FFF2-40B4-BE49-F238E27FC236}">
                <a16:creationId xmlns:a16="http://schemas.microsoft.com/office/drawing/2014/main" id="{2FFFE509-52E4-42F8-91C3-ADC12EA55DF4}"/>
              </a:ext>
            </a:extLst>
          </p:cNvPr>
          <p:cNvSpPr>
            <a:spLocks xmlns:a="http://schemas.openxmlformats.org/drawingml/2006/main" noGrp="1"/>
          </p:cNvSpPr>
          <p:nvPr/>
        </p:nvSpPr>
        <p:spPr>
          <a:xfrm xmlns:a="http://schemas.openxmlformats.org/drawingml/2006/main">
            <a:off x="704850" y="60483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6B7482"/>
                </a:solidFill>
                <a:latin typeface="Pretendard"/>
                <a:ea typeface="Pretendard"/>
                <a:cs typeface="Pretendard"/>
              </a:defRPr>
            </a:pPr>
            <a:r>
              <a:rPr sz="1350" b="0">
                <a:solidFill>
                  <a:srgbClr val="6B7482"/>
                </a:solidFill>
                <a:latin typeface="Pretendard"/>
                <a:ea typeface="Pretendard"/>
                <a:cs typeface="Pretendard"/>
              </a:rPr>
              <a:t>두 AI 비교 조건의 16건은 미실행 · 실제 논문 오류 발견 및 성능 우위와 구분</a:t>
            </a:r>
          </a:p>
        </p:txBody>
      </p:sp>
    </p:spTree>
    <p:extLst>
      <p:ext uri="{BB962C8B-B14F-4D97-AF65-F5344CB8AC3E}">
        <p14:creationId xmlns:p14="http://schemas.microsoft.com/office/powerpoint/2010/main" val="2850880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a64fd22773d40d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79054D-FE27-4EBB-9AA8-157B454D68A3}"/>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3" name="">
            <a:extLst xmlns:a="http://schemas.openxmlformats.org/drawingml/2006/main">
              <a:ext uri="{FF2B5EF4-FFF2-40B4-BE49-F238E27FC236}">
                <a16:creationId xmlns:a16="http://schemas.microsoft.com/office/drawing/2014/main" id="{4A26CF35-75E8-4EA5-A981-82B43416B7F8}"/>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06</a:t>
            </a:r>
          </a:p>
        </p:txBody>
      </p:sp>
      <p:sp>
        <p:nvSpPr>
          <p:cNvPr id="4" name="">
            <a:extLst xmlns:a="http://schemas.openxmlformats.org/drawingml/2006/main">
              <a:ext uri="{FF2B5EF4-FFF2-40B4-BE49-F238E27FC236}">
                <a16:creationId xmlns:a16="http://schemas.microsoft.com/office/drawing/2014/main" id="{9918ADF0-34D8-4C61-AEDC-4E9E769F57B4}"/>
              </a:ext>
            </a:extLst>
          </p:cNvPr>
          <p:cNvSpPr>
            <a:spLocks xmlns:a="http://schemas.openxmlformats.org/drawingml/2006/main" noGrp="1"/>
          </p:cNvSpPr>
          <p:nvPr/>
        </p:nvSpPr>
        <p:spPr>
          <a:xfrm xmlns:a="http://schemas.openxmlformats.org/drawingml/2006/main">
            <a:off x="685800" y="1428750"/>
            <a:ext cx="7343775" cy="2543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12312E"/>
                </a:solidFill>
                <a:latin typeface="Pretendard"/>
                <a:ea typeface="Pretendard"/>
                <a:cs typeface="Pretendard"/>
              </a:defRPr>
            </a:pPr>
            <a:r>
              <a:rPr sz="4500" b="1">
                <a:solidFill>
                  <a:srgbClr val="12312E"/>
                </a:solidFill>
                <a:latin typeface="Pretendard"/>
                <a:ea typeface="Pretendard"/>
                <a:cs typeface="Pretendard"/>
              </a:rPr>
              <a:t>자료가 바뀌면,</a:t>
            </a:r>
          </a:p>
          <a:p xmlns:a="http://schemas.openxmlformats.org/drawingml/2006/main">
            <a:pPr algn="l">
              <a:lnSpc>
                <a:spcPct val="108000"/>
              </a:lnSpc>
              <a:buNone/>
              <a:defRPr sz="4500" b="1">
                <a:solidFill>
                  <a:srgbClr val="12312E"/>
                </a:solidFill>
                <a:latin typeface="Pretendard"/>
                <a:ea typeface="Pretendard"/>
                <a:cs typeface="Pretendard"/>
              </a:defRPr>
            </a:pPr>
            <a:r>
              <a:rPr sz="4500" b="1">
                <a:solidFill>
                  <a:srgbClr val="12312E"/>
                </a:solidFill>
                <a:latin typeface="Pretendard"/>
                <a:ea typeface="Pretendard"/>
                <a:cs typeface="Pretendard"/>
              </a:rPr>
              <a:t>결론도 다시</a:t>
            </a:r>
          </a:p>
          <a:p xmlns:a="http://schemas.openxmlformats.org/drawingml/2006/main">
            <a:pPr algn="l">
              <a:lnSpc>
                <a:spcPct val="108000"/>
              </a:lnSpc>
              <a:buNone/>
              <a:defRPr sz="4500" b="1">
                <a:solidFill>
                  <a:srgbClr val="12312E"/>
                </a:solidFill>
                <a:latin typeface="Pretendard"/>
                <a:ea typeface="Pretendard"/>
                <a:cs typeface="Pretendard"/>
              </a:defRPr>
            </a:pPr>
            <a:r>
              <a:rPr sz="4500" b="1">
                <a:solidFill>
                  <a:srgbClr val="12312E"/>
                </a:solidFill>
                <a:latin typeface="Pretendard"/>
                <a:ea typeface="Pretendard"/>
                <a:cs typeface="Pretendard"/>
              </a:rPr>
              <a:t>확인해야 합니다</a:t>
            </a:r>
          </a:p>
        </p:txBody>
      </p:sp>
      <p:sp>
        <p:nvSpPr>
          <p:cNvPr id="5" name="">
            <a:extLst xmlns:a="http://schemas.openxmlformats.org/drawingml/2006/main">
              <a:ext uri="{FF2B5EF4-FFF2-40B4-BE49-F238E27FC236}">
                <a16:creationId xmlns:a16="http://schemas.microsoft.com/office/drawing/2014/main" id="{9FEA95F8-A930-4B27-8C34-59C013939D2A}"/>
              </a:ext>
            </a:extLst>
          </p:cNvPr>
          <p:cNvSpPr>
            <a:spLocks xmlns:a="http://schemas.openxmlformats.org/drawingml/2006/main" noGrp="1"/>
          </p:cNvSpPr>
          <p:nvPr/>
        </p:nvSpPr>
        <p:spPr>
          <a:xfrm xmlns:a="http://schemas.openxmlformats.org/drawingml/2006/main">
            <a:off x="723900" y="4581525"/>
            <a:ext cx="723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6B7482"/>
                </a:solidFill>
                <a:latin typeface="Pretendard"/>
                <a:ea typeface="Pretendard"/>
                <a:cs typeface="Pretendard"/>
              </a:defRPr>
            </a:pPr>
            <a:r>
              <a:rPr sz="2175" b="0">
                <a:solidFill>
                  <a:srgbClr val="6B7482"/>
                </a:solidFill>
                <a:latin typeface="Pretendard"/>
                <a:ea typeface="Pretendard"/>
                <a:cs typeface="Pretendard"/>
              </a:rPr>
              <a:t>연구자가 다시 확인할 근거를 남기는 에이전트</a:t>
            </a:r>
          </a:p>
        </p:txBody>
      </p:sp>
      <p:sp>
        <p:nvSpPr>
          <p:cNvPr id="6" name="">
            <a:extLst xmlns:a="http://schemas.openxmlformats.org/drawingml/2006/main">
              <a:ext uri="{FF2B5EF4-FFF2-40B4-BE49-F238E27FC236}">
                <a16:creationId xmlns:a16="http://schemas.microsoft.com/office/drawing/2014/main" id="{794EA5EC-99EB-4401-A21A-30858DC08F1F}"/>
              </a:ext>
            </a:extLst>
          </p:cNvPr>
          <p:cNvSpPr>
            <a:spLocks xmlns:a="http://schemas.openxmlformats.org/drawingml/2006/main" noGrp="1"/>
          </p:cNvSpPr>
          <p:nvPr/>
        </p:nvSpPr>
        <p:spPr>
          <a:xfrm xmlns:a="http://schemas.openxmlformats.org/drawingml/2006/main">
            <a:off x="8410575" y="1724025"/>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505DF2"/>
                </a:solidFill>
                <a:latin typeface="Pretendard"/>
                <a:ea typeface="Pretendard"/>
                <a:cs typeface="Pretendard"/>
              </a:defRPr>
            </a:pPr>
            <a:r>
              <a:rPr sz="1500" b="1">
                <a:solidFill>
                  <a:srgbClr val="505DF2"/>
                </a:solidFill>
                <a:latin typeface="Pretendard"/>
                <a:ea typeface="Pretendard"/>
                <a:cs typeface="Pretendard"/>
              </a:rPr>
              <a:t>지금</a:t>
            </a:r>
          </a:p>
        </p:txBody>
      </p:sp>
      <p:sp>
        <p:nvSpPr>
          <p:cNvPr id="7" name="">
            <a:extLst xmlns:a="http://schemas.openxmlformats.org/drawingml/2006/main">
              <a:ext uri="{FF2B5EF4-FFF2-40B4-BE49-F238E27FC236}">
                <a16:creationId xmlns:a16="http://schemas.microsoft.com/office/drawing/2014/main" id="{ADC8D6D6-CDFC-458F-B40C-A3E9D8FBCDD8}"/>
              </a:ext>
            </a:extLst>
          </p:cNvPr>
          <p:cNvSpPr>
            <a:spLocks xmlns:a="http://schemas.openxmlformats.org/drawingml/2006/main" noGrp="1"/>
          </p:cNvSpPr>
          <p:nvPr/>
        </p:nvSpPr>
        <p:spPr>
          <a:xfrm xmlns:a="http://schemas.openxmlformats.org/drawingml/2006/main">
            <a:off x="8410575" y="2124075"/>
            <a:ext cx="30765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12312E"/>
                </a:solidFill>
                <a:latin typeface="Pretendard"/>
                <a:ea typeface="Pretendard"/>
                <a:cs typeface="Pretendard"/>
              </a:defRPr>
            </a:pPr>
            <a:r>
              <a:rPr sz="2250" b="1">
                <a:solidFill>
                  <a:srgbClr val="12312E"/>
                </a:solidFill>
                <a:latin typeface="Pretendard"/>
                <a:ea typeface="Pretendard"/>
                <a:cs typeface="Pretendard"/>
              </a:rPr>
              <a:t>등록 사례 검산</a:t>
            </a:r>
          </a:p>
        </p:txBody>
      </p:sp>
      <p:sp>
        <p:nvSpPr>
          <p:cNvPr id="8" name="">
            <a:extLst xmlns:a="http://schemas.openxmlformats.org/drawingml/2006/main">
              <a:ext uri="{FF2B5EF4-FFF2-40B4-BE49-F238E27FC236}">
                <a16:creationId xmlns:a16="http://schemas.microsoft.com/office/drawing/2014/main" id="{16162976-EB49-4C4E-AC8A-B1A37D73C4B5}"/>
              </a:ext>
            </a:extLst>
          </p:cNvPr>
          <p:cNvSpPr>
            <a:spLocks xmlns:a="http://schemas.openxmlformats.org/drawingml/2006/main" noGrp="1"/>
          </p:cNvSpPr>
          <p:nvPr/>
        </p:nvSpPr>
        <p:spPr>
          <a:xfrm xmlns:a="http://schemas.openxmlformats.org/drawingml/2006/main">
            <a:off x="8410575" y="2686050"/>
            <a:ext cx="30575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6B7482"/>
                </a:solidFill>
                <a:latin typeface="Pretendard"/>
                <a:ea typeface="Pretendard"/>
                <a:cs typeface="Pretendard"/>
              </a:defRPr>
            </a:pPr>
            <a:r>
              <a:rPr sz="1575" b="0">
                <a:solidFill>
                  <a:srgbClr val="6B7482"/>
                </a:solidFill>
                <a:latin typeface="Pretendard"/>
                <a:ea typeface="Pretendard"/>
                <a:cs typeface="Pretendard"/>
              </a:rPr>
              <a:t>근거 연결 · 저장·재열기 · 변경 차단</a:t>
            </a:r>
          </a:p>
        </p:txBody>
      </p:sp>
      <p:sp>
        <p:nvSpPr>
          <p:cNvPr id="9" name="">
            <a:extLst xmlns:a="http://schemas.openxmlformats.org/drawingml/2006/main">
              <a:ext uri="{FF2B5EF4-FFF2-40B4-BE49-F238E27FC236}">
                <a16:creationId xmlns:a16="http://schemas.microsoft.com/office/drawing/2014/main" id="{32BD6CB9-8ED5-4E2C-B2C8-5F8D8D1F8C98}"/>
              </a:ext>
            </a:extLst>
          </p:cNvPr>
          <p:cNvSpPr>
            <a:spLocks xmlns:a="http://schemas.openxmlformats.org/drawingml/2006/main" noGrp="1"/>
          </p:cNvSpPr>
          <p:nvPr/>
        </p:nvSpPr>
        <p:spPr>
          <a:xfrm xmlns:a="http://schemas.openxmlformats.org/drawingml/2006/main">
            <a:off x="8410575" y="32766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505DF2"/>
                </a:solidFill>
                <a:latin typeface="Pretendard"/>
                <a:ea typeface="Pretendard"/>
                <a:cs typeface="Pretendard"/>
              </a:defRPr>
            </a:pPr>
            <a:r>
              <a:rPr sz="1500" b="1">
                <a:solidFill>
                  <a:srgbClr val="505DF2"/>
                </a:solidFill>
                <a:latin typeface="Pretendard"/>
                <a:ea typeface="Pretendard"/>
                <a:cs typeface="Pretendard"/>
              </a:rPr>
              <a:t>다음</a:t>
            </a:r>
          </a:p>
        </p:txBody>
      </p:sp>
      <p:sp>
        <p:nvSpPr>
          <p:cNvPr id="10" name="">
            <a:extLst xmlns:a="http://schemas.openxmlformats.org/drawingml/2006/main">
              <a:ext uri="{FF2B5EF4-FFF2-40B4-BE49-F238E27FC236}">
                <a16:creationId xmlns:a16="http://schemas.microsoft.com/office/drawing/2014/main" id="{7B27E60B-61F0-49F3-8BA2-44103C1E12BE}"/>
              </a:ext>
            </a:extLst>
          </p:cNvPr>
          <p:cNvSpPr>
            <a:spLocks xmlns:a="http://schemas.openxmlformats.org/drawingml/2006/main" noGrp="1"/>
          </p:cNvSpPr>
          <p:nvPr/>
        </p:nvSpPr>
        <p:spPr>
          <a:xfrm xmlns:a="http://schemas.openxmlformats.org/drawingml/2006/main">
            <a:off x="8410575" y="3676650"/>
            <a:ext cx="30765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12312E"/>
                </a:solidFill>
                <a:latin typeface="Pretendard"/>
                <a:ea typeface="Pretendard"/>
                <a:cs typeface="Pretendard"/>
              </a:defRPr>
            </a:pPr>
            <a:r>
              <a:rPr sz="2250" b="1">
                <a:solidFill>
                  <a:srgbClr val="12312E"/>
                </a:solidFill>
                <a:latin typeface="Pretendard"/>
                <a:ea typeface="Pretendard"/>
                <a:cs typeface="Pretendard"/>
              </a:rPr>
              <a:t>동일 조건 AI 비교</a:t>
            </a:r>
          </a:p>
        </p:txBody>
      </p:sp>
      <p:sp>
        <p:nvSpPr>
          <p:cNvPr id="11" name="">
            <a:extLst xmlns:a="http://schemas.openxmlformats.org/drawingml/2006/main">
              <a:ext uri="{FF2B5EF4-FFF2-40B4-BE49-F238E27FC236}">
                <a16:creationId xmlns:a16="http://schemas.microsoft.com/office/drawing/2014/main" id="{BD6597D8-9791-4774-99D3-7D48CE09237B}"/>
              </a:ext>
            </a:extLst>
          </p:cNvPr>
          <p:cNvSpPr>
            <a:spLocks xmlns:a="http://schemas.openxmlformats.org/drawingml/2006/main" noGrp="1"/>
          </p:cNvSpPr>
          <p:nvPr/>
        </p:nvSpPr>
        <p:spPr>
          <a:xfrm xmlns:a="http://schemas.openxmlformats.org/drawingml/2006/main">
            <a:off x="8410575" y="4238625"/>
            <a:ext cx="30575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6B7482"/>
                </a:solidFill>
                <a:latin typeface="Pretendard"/>
                <a:ea typeface="Pretendard"/>
                <a:cs typeface="Pretendard"/>
              </a:defRPr>
            </a:pPr>
            <a:r>
              <a:rPr sz="1575" b="0">
                <a:solidFill>
                  <a:srgbClr val="6B7482"/>
                </a:solidFill>
                <a:latin typeface="Pretendard"/>
                <a:ea typeface="Pretendard"/>
                <a:cs typeface="Pretendard"/>
              </a:rPr>
              <a:t>같은 자료·도구·예산으로 검증</a:t>
            </a:r>
          </a:p>
        </p:txBody>
      </p:sp>
      <p:sp>
        <p:nvSpPr>
          <p:cNvPr id="12" name="">
            <a:extLst xmlns:a="http://schemas.openxmlformats.org/drawingml/2006/main">
              <a:ext uri="{FF2B5EF4-FFF2-40B4-BE49-F238E27FC236}">
                <a16:creationId xmlns:a16="http://schemas.microsoft.com/office/drawing/2014/main" id="{726E5977-B232-4532-B2E1-21706D2854C1}"/>
              </a:ext>
            </a:extLst>
          </p:cNvPr>
          <p:cNvSpPr>
            <a:spLocks xmlns:a="http://schemas.openxmlformats.org/drawingml/2006/main" noGrp="1"/>
          </p:cNvSpPr>
          <p:nvPr/>
        </p:nvSpPr>
        <p:spPr>
          <a:xfrm xmlns:a="http://schemas.openxmlformats.org/drawingml/2006/main">
            <a:off x="8410575" y="481965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505DF2"/>
                </a:solidFill>
                <a:latin typeface="Pretendard"/>
                <a:ea typeface="Pretendard"/>
                <a:cs typeface="Pretendard"/>
              </a:defRPr>
            </a:pPr>
            <a:r>
              <a:rPr sz="1500" b="1">
                <a:solidFill>
                  <a:srgbClr val="505DF2"/>
                </a:solidFill>
                <a:latin typeface="Pretendard"/>
                <a:ea typeface="Pretendard"/>
                <a:cs typeface="Pretendard"/>
              </a:rPr>
              <a:t>후속</a:t>
            </a:r>
          </a:p>
        </p:txBody>
      </p:sp>
      <p:sp>
        <p:nvSpPr>
          <p:cNvPr id="13" name="">
            <a:extLst xmlns:a="http://schemas.openxmlformats.org/drawingml/2006/main">
              <a:ext uri="{FF2B5EF4-FFF2-40B4-BE49-F238E27FC236}">
                <a16:creationId xmlns:a16="http://schemas.microsoft.com/office/drawing/2014/main" id="{54541A9F-AA16-4914-AAE5-8086677B34C3}"/>
              </a:ext>
            </a:extLst>
          </p:cNvPr>
          <p:cNvSpPr>
            <a:spLocks xmlns:a="http://schemas.openxmlformats.org/drawingml/2006/main" noGrp="1"/>
          </p:cNvSpPr>
          <p:nvPr/>
        </p:nvSpPr>
        <p:spPr>
          <a:xfrm xmlns:a="http://schemas.openxmlformats.org/drawingml/2006/main">
            <a:off x="8410575" y="5219700"/>
            <a:ext cx="30765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12312E"/>
                </a:solidFill>
                <a:latin typeface="Pretendard"/>
                <a:ea typeface="Pretendard"/>
                <a:cs typeface="Pretendard"/>
              </a:defRPr>
            </a:pPr>
            <a:r>
              <a:rPr sz="2250" b="1">
                <a:solidFill>
                  <a:srgbClr val="12312E"/>
                </a:solidFill>
                <a:latin typeface="Pretendard"/>
                <a:ea typeface="Pretendard"/>
                <a:cs typeface="Pretendard"/>
              </a:rPr>
              <a:t>연구실·실증허브 연계</a:t>
            </a:r>
          </a:p>
        </p:txBody>
      </p:sp>
      <p:sp>
        <p:nvSpPr>
          <p:cNvPr id="14" name="">
            <a:extLst xmlns:a="http://schemas.openxmlformats.org/drawingml/2006/main">
              <a:ext uri="{FF2B5EF4-FFF2-40B4-BE49-F238E27FC236}">
                <a16:creationId xmlns:a16="http://schemas.microsoft.com/office/drawing/2014/main" id="{AEB59853-726F-42BE-8B6C-7ADE04CB92E3}"/>
              </a:ext>
            </a:extLst>
          </p:cNvPr>
          <p:cNvSpPr>
            <a:spLocks xmlns:a="http://schemas.openxmlformats.org/drawingml/2006/main" noGrp="1"/>
          </p:cNvSpPr>
          <p:nvPr/>
        </p:nvSpPr>
        <p:spPr>
          <a:xfrm xmlns:a="http://schemas.openxmlformats.org/drawingml/2006/main">
            <a:off x="8410575" y="5781675"/>
            <a:ext cx="30575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6B7482"/>
                </a:solidFill>
                <a:latin typeface="Pretendard"/>
                <a:ea typeface="Pretendard"/>
                <a:cs typeface="Pretendard"/>
              </a:defRPr>
            </a:pPr>
            <a:r>
              <a:rPr sz="1575" b="0">
                <a:solidFill>
                  <a:srgbClr val="6B7482"/>
                </a:solidFill>
                <a:latin typeface="Pretendard"/>
                <a:ea typeface="Pretendard"/>
                <a:cs typeface="Pretendard"/>
              </a:rPr>
              <a:t>독립 분야·기관 자료 연계</a:t>
            </a:r>
          </a:p>
          <a:p xmlns:a="http://schemas.openxmlformats.org/drawingml/2006/main">
            <a:pPr algn="l">
              <a:lnSpc>
                <a:spcPct val="108000"/>
              </a:lnSpc>
              <a:buNone/>
              <a:defRPr sz="1575" b="0">
                <a:solidFill>
                  <a:srgbClr val="6B7482"/>
                </a:solidFill>
                <a:latin typeface="Pretendard"/>
                <a:ea typeface="Pretendard"/>
                <a:cs typeface="Pretendard"/>
              </a:defRPr>
            </a:pPr>
            <a:r>
              <a:rPr sz="1575" b="0">
                <a:solidFill>
                  <a:srgbClr val="6B7482"/>
                </a:solidFill>
                <a:latin typeface="Pretendard"/>
                <a:ea typeface="Pretendard"/>
                <a:cs typeface="Pretendard"/>
              </a:rPr>
              <a:t>사용자 실증</a:t>
            </a:r>
          </a:p>
        </p:txBody>
      </p:sp>
      <p:sp>
        <p:nvSpPr>
          <p:cNvPr id="15" name="">
            <a:extLst xmlns:a="http://schemas.openxmlformats.org/drawingml/2006/main">
              <a:ext uri="{FF2B5EF4-FFF2-40B4-BE49-F238E27FC236}">
                <a16:creationId xmlns:a16="http://schemas.microsoft.com/office/drawing/2014/main" id="{085A796D-C0CD-496C-AED4-05AD361A541B}"/>
              </a:ext>
            </a:extLst>
          </p:cNvPr>
          <p:cNvSpPr>
            <a:spLocks xmlns:a="http://schemas.openxmlformats.org/drawingml/2006/main" noGrp="1"/>
          </p:cNvSpPr>
          <p:nvPr/>
        </p:nvSpPr>
        <p:spPr>
          <a:xfrm xmlns:a="http://schemas.openxmlformats.org/drawingml/2006/main">
            <a:off x="723900" y="5534025"/>
            <a:ext cx="7315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B7482"/>
                </a:solidFill>
                <a:latin typeface="Pretendard"/>
                <a:ea typeface="Pretendard"/>
                <a:cs typeface="Pretendard"/>
              </a:defRPr>
            </a:pPr>
            <a:r>
              <a:rPr sz="1725" b="0">
                <a:solidFill>
                  <a:srgbClr val="6B7482"/>
                </a:solidFill>
                <a:latin typeface="Pretendard"/>
                <a:ea typeface="Pretendard"/>
                <a:cs typeface="Pretendard"/>
              </a:rPr>
              <a:t>근거 부족은 보류 · 승인은 사람이 직접</a:t>
            </a:r>
          </a:p>
          <a:p xmlns:a="http://schemas.openxmlformats.org/drawingml/2006/main">
            <a:pPr algn="l">
              <a:lnSpc>
                <a:spcPct val="108000"/>
              </a:lnSpc>
              <a:buNone/>
              <a:defRPr sz="1725" b="0">
                <a:solidFill>
                  <a:srgbClr val="6B7482"/>
                </a:solidFill>
                <a:latin typeface="Pretendard"/>
                <a:ea typeface="Pretendard"/>
                <a:cs typeface="Pretendard"/>
              </a:defRPr>
            </a:pPr>
            <a:r>
              <a:rPr sz="1725" b="0">
                <a:solidFill>
                  <a:srgbClr val="6B7482"/>
                </a:solidFill>
                <a:latin typeface="Pretendard"/>
                <a:ea typeface="Pretendard"/>
                <a:cs typeface="Pretendard"/>
              </a:rPr>
              <a:t>개인정보 보호 · 실제·재생·미실행 구분</a:t>
            </a:r>
          </a:p>
        </p:txBody>
      </p:sp>
    </p:spTree>
    <p:extLst>
      <p:ext uri="{BB962C8B-B14F-4D97-AF65-F5344CB8AC3E}">
        <p14:creationId xmlns:p14="http://schemas.microsoft.com/office/powerpoint/2010/main" val="1841796814"/>
      </p:ext>
    </p:extLst>
  </p:cSld>
</p:sld>
</file>

<file path=ppt/theme/theme1.xml><?xml version="1.0" encoding="utf-8"?>
<a:theme xmlns:a="http://schemas.openxmlformats.org/drawingml/2006/main" name="ChatGPT">
  <a:themeElements>
    <a:clrScheme name="Evidence Gate Ice Blue">
      <a:dk1>
        <a:srgbClr val="101B25"/>
      </a:dk1>
      <a:lt1>
        <a:srgbClr val="FFFFFF"/>
      </a:lt1>
      <a:dk2>
        <a:srgbClr val="12312E"/>
      </a:dk2>
      <a:lt2>
        <a:srgbClr val="EDF1FF"/>
      </a:lt2>
      <a:accent1>
        <a:srgbClr val="505DF2"/>
      </a:accent1>
      <a:accent2>
        <a:srgbClr val="12312E"/>
      </a:accent2>
      <a:accent3>
        <a:srgbClr val="94A4F8"/>
      </a:accent3>
      <a:accent4>
        <a:srgbClr val="A36527"/>
      </a:accent4>
      <a:accent5>
        <a:srgbClr val="28684E"/>
      </a:accent5>
      <a:accent6>
        <a:srgbClr val="A3B0BC"/>
      </a:accent6>
      <a:hlink>
        <a:srgbClr val="505DF2"/>
      </a:hlink>
      <a:folHlink>
        <a:srgbClr val="7661A8"/>
      </a:folHlink>
    </a:clrScheme>
    <a:fontScheme name="Office">
      <a:majorFont>
        <a:latin typeface="Calibri Light"/>
        <a:ea typeface="Calibri Light"/>
        <a:cs typeface="Calibri Light"/>
      </a:majorFont>
      <a:minorFont>
        <a:latin typeface="Calibri"/>
        <a:ea typeface="Calibri"/>
        <a:cs typeface="Calibri"/>
      </a:minorFont>
    </a:fontScheme>
    <a:fmtScheme name="Evidence Gate Ice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2026-09-30T21:23:57.7540000Z</dcterms:created>
  <dcterms:modified xsi:type="dcterms:W3CDTF">2026-09-30T21:23:57.7540000Z</dcterms:modified>
</coreProperties>
</file>